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75" r:id="rId5"/>
    <p:sldId id="292" r:id="rId6"/>
    <p:sldId id="273" r:id="rId7"/>
    <p:sldId id="293" r:id="rId8"/>
    <p:sldId id="259" r:id="rId9"/>
    <p:sldId id="260" r:id="rId10"/>
    <p:sldId id="3081" r:id="rId11"/>
    <p:sldId id="3083" r:id="rId12"/>
    <p:sldId id="351" r:id="rId13"/>
    <p:sldId id="338" r:id="rId14"/>
    <p:sldId id="340" r:id="rId15"/>
    <p:sldId id="306" r:id="rId16"/>
    <p:sldId id="314" r:id="rId17"/>
    <p:sldId id="315" r:id="rId18"/>
    <p:sldId id="348" r:id="rId19"/>
    <p:sldId id="349" r:id="rId20"/>
    <p:sldId id="316" r:id="rId21"/>
    <p:sldId id="313" r:id="rId22"/>
    <p:sldId id="317" r:id="rId23"/>
    <p:sldId id="352" r:id="rId24"/>
    <p:sldId id="353" r:id="rId25"/>
    <p:sldId id="350" r:id="rId26"/>
    <p:sldId id="354" r:id="rId27"/>
  </p:sldIdLst>
  <p:sldSz cx="12192000" cy="6858000"/>
  <p:notesSz cx="7315200" cy="96012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974A8-01A2-DFC8-7F58-61C57CD4349A}" v="52" dt="2025-07-10T09:09:58.704"/>
    <p1510:client id="{782F0BA3-178E-44B2-9115-8D60BE354176}" v="75" dt="2025-07-09T09:41:21.589"/>
    <p1510:client id="{841DBA7C-6CA4-40DE-B814-8FEEA1186987}" v="28" dt="2025-07-09T12:55:44.076"/>
    <p1510:client id="{B4EA7000-09AB-1F48-406F-B31989E93C03}" v="50" dt="2025-07-09T12:55:19.503"/>
    <p1510:client id="{B4FEA25A-B17A-1BC2-5721-BADF5EFF6C57}" v="4" dt="2025-07-09T12:50:14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 Menssink" userId="11dc6b6b-56ec-4ff7-b967-8dccd2822258" providerId="ADAL" clId="{782F0BA3-178E-44B2-9115-8D60BE354176}"/>
    <pc:docChg chg="undo custSel addSld delSld modSld">
      <pc:chgData name="Thom Menssink" userId="11dc6b6b-56ec-4ff7-b967-8dccd2822258" providerId="ADAL" clId="{782F0BA3-178E-44B2-9115-8D60BE354176}" dt="2025-07-09T09:43:40.398" v="767" actId="700"/>
      <pc:docMkLst>
        <pc:docMk/>
      </pc:docMkLst>
      <pc:sldChg chg="modSp mod">
        <pc:chgData name="Thom Menssink" userId="11dc6b6b-56ec-4ff7-b967-8dccd2822258" providerId="ADAL" clId="{782F0BA3-178E-44B2-9115-8D60BE354176}" dt="2025-07-09T09:18:06.593" v="303" actId="20577"/>
        <pc:sldMkLst>
          <pc:docMk/>
          <pc:sldMk cId="1942917983" sldId="273"/>
        </pc:sldMkLst>
        <pc:spChg chg="mod">
          <ac:chgData name="Thom Menssink" userId="11dc6b6b-56ec-4ff7-b967-8dccd2822258" providerId="ADAL" clId="{782F0BA3-178E-44B2-9115-8D60BE354176}" dt="2025-07-09T09:14:37.252" v="129" actId="20577"/>
          <ac:spMkLst>
            <pc:docMk/>
            <pc:sldMk cId="1942917983" sldId="273"/>
            <ac:spMk id="3" creationId="{B542B30B-30E2-78D7-B272-FD34FE6F417F}"/>
          </ac:spMkLst>
        </pc:spChg>
        <pc:spChg chg="mod">
          <ac:chgData name="Thom Menssink" userId="11dc6b6b-56ec-4ff7-b967-8dccd2822258" providerId="ADAL" clId="{782F0BA3-178E-44B2-9115-8D60BE354176}" dt="2025-07-09T09:18:06.593" v="303" actId="20577"/>
          <ac:spMkLst>
            <pc:docMk/>
            <pc:sldMk cId="1942917983" sldId="273"/>
            <ac:spMk id="4" creationId="{5EFA0901-4346-DC1A-9C20-DE72841D0C1D}"/>
          </ac:spMkLst>
        </pc:spChg>
        <pc:spChg chg="mod">
          <ac:chgData name="Thom Menssink" userId="11dc6b6b-56ec-4ff7-b967-8dccd2822258" providerId="ADAL" clId="{782F0BA3-178E-44B2-9115-8D60BE354176}" dt="2025-07-09T09:13:07.760" v="100" actId="20577"/>
          <ac:spMkLst>
            <pc:docMk/>
            <pc:sldMk cId="1942917983" sldId="273"/>
            <ac:spMk id="5" creationId="{5D7DC27F-CBBF-D3F2-8576-926BF91D4AA4}"/>
          </ac:spMkLst>
        </pc:spChg>
        <pc:spChg chg="mod">
          <ac:chgData name="Thom Menssink" userId="11dc6b6b-56ec-4ff7-b967-8dccd2822258" providerId="ADAL" clId="{782F0BA3-178E-44B2-9115-8D60BE354176}" dt="2025-07-09T09:16:47.061" v="242" actId="20577"/>
          <ac:spMkLst>
            <pc:docMk/>
            <pc:sldMk cId="1942917983" sldId="273"/>
            <ac:spMk id="6" creationId="{A3351D04-9E03-9F98-E1EB-FDE611A3CA6C}"/>
          </ac:spMkLst>
        </pc:spChg>
        <pc:spChg chg="mod">
          <ac:chgData name="Thom Menssink" userId="11dc6b6b-56ec-4ff7-b967-8dccd2822258" providerId="ADAL" clId="{782F0BA3-178E-44B2-9115-8D60BE354176}" dt="2025-07-09T09:17:07.872" v="250" actId="20577"/>
          <ac:spMkLst>
            <pc:docMk/>
            <pc:sldMk cId="1942917983" sldId="273"/>
            <ac:spMk id="7" creationId="{82DECEB9-8747-0F78-2FA4-155AD378A924}"/>
          </ac:spMkLst>
        </pc:spChg>
      </pc:sldChg>
      <pc:sldChg chg="modSp mod">
        <pc:chgData name="Thom Menssink" userId="11dc6b6b-56ec-4ff7-b967-8dccd2822258" providerId="ADAL" clId="{782F0BA3-178E-44B2-9115-8D60BE354176}" dt="2025-07-09T09:11:49.218" v="25" actId="20577"/>
        <pc:sldMkLst>
          <pc:docMk/>
          <pc:sldMk cId="2954576355" sldId="275"/>
        </pc:sldMkLst>
        <pc:spChg chg="mod">
          <ac:chgData name="Thom Menssink" userId="11dc6b6b-56ec-4ff7-b967-8dccd2822258" providerId="ADAL" clId="{782F0BA3-178E-44B2-9115-8D60BE354176}" dt="2025-07-09T09:11:43.417" v="19" actId="20577"/>
          <ac:spMkLst>
            <pc:docMk/>
            <pc:sldMk cId="2954576355" sldId="275"/>
            <ac:spMk id="2" creationId="{E629F35C-04FF-71C5-140E-7B981F841E1B}"/>
          </ac:spMkLst>
        </pc:spChg>
        <pc:spChg chg="mod">
          <ac:chgData name="Thom Menssink" userId="11dc6b6b-56ec-4ff7-b967-8dccd2822258" providerId="ADAL" clId="{782F0BA3-178E-44B2-9115-8D60BE354176}" dt="2025-07-09T09:11:49.218" v="25" actId="20577"/>
          <ac:spMkLst>
            <pc:docMk/>
            <pc:sldMk cId="2954576355" sldId="275"/>
            <ac:spMk id="3" creationId="{FA75D31C-F345-65A7-D29A-F68B8889BE5A}"/>
          </ac:spMkLst>
        </pc:spChg>
      </pc:sldChg>
      <pc:sldChg chg="del">
        <pc:chgData name="Thom Menssink" userId="11dc6b6b-56ec-4ff7-b967-8dccd2822258" providerId="ADAL" clId="{782F0BA3-178E-44B2-9115-8D60BE354176}" dt="2025-07-09T09:18:52.762" v="306" actId="47"/>
        <pc:sldMkLst>
          <pc:docMk/>
          <pc:sldMk cId="202237861" sldId="280"/>
        </pc:sldMkLst>
      </pc:sldChg>
      <pc:sldChg chg="modSp mod">
        <pc:chgData name="Thom Menssink" userId="11dc6b6b-56ec-4ff7-b967-8dccd2822258" providerId="ADAL" clId="{782F0BA3-178E-44B2-9115-8D60BE354176}" dt="2025-07-09T09:12:03.647" v="26" actId="6549"/>
        <pc:sldMkLst>
          <pc:docMk/>
          <pc:sldMk cId="1269846893" sldId="292"/>
        </pc:sldMkLst>
        <pc:spChg chg="mod">
          <ac:chgData name="Thom Menssink" userId="11dc6b6b-56ec-4ff7-b967-8dccd2822258" providerId="ADAL" clId="{782F0BA3-178E-44B2-9115-8D60BE354176}" dt="2025-07-09T09:12:03.647" v="26" actId="6549"/>
          <ac:spMkLst>
            <pc:docMk/>
            <pc:sldMk cId="1269846893" sldId="292"/>
            <ac:spMk id="3" creationId="{E5A78370-FBDE-256E-CB85-7B6EA6864F4D}"/>
          </ac:spMkLst>
        </pc:spChg>
      </pc:sldChg>
      <pc:sldChg chg="modSp mod">
        <pc:chgData name="Thom Menssink" userId="11dc6b6b-56ec-4ff7-b967-8dccd2822258" providerId="ADAL" clId="{782F0BA3-178E-44B2-9115-8D60BE354176}" dt="2025-07-09T09:17:24.545" v="267" actId="20577"/>
        <pc:sldMkLst>
          <pc:docMk/>
          <pc:sldMk cId="2871183491" sldId="293"/>
        </pc:sldMkLst>
        <pc:spChg chg="mod">
          <ac:chgData name="Thom Menssink" userId="11dc6b6b-56ec-4ff7-b967-8dccd2822258" providerId="ADAL" clId="{782F0BA3-178E-44B2-9115-8D60BE354176}" dt="2025-07-09T09:17:24.545" v="267" actId="20577"/>
          <ac:spMkLst>
            <pc:docMk/>
            <pc:sldMk cId="2871183491" sldId="293"/>
            <ac:spMk id="2" creationId="{538A6DD9-1F97-03C2-00F1-C52B9F298EBC}"/>
          </ac:spMkLst>
        </pc:spChg>
      </pc:sldChg>
      <pc:sldChg chg="del">
        <pc:chgData name="Thom Menssink" userId="11dc6b6b-56ec-4ff7-b967-8dccd2822258" providerId="ADAL" clId="{782F0BA3-178E-44B2-9115-8D60BE354176}" dt="2025-07-09T09:23:40.468" v="403" actId="47"/>
        <pc:sldMkLst>
          <pc:docMk/>
          <pc:sldMk cId="170096615" sldId="294"/>
        </pc:sldMkLst>
      </pc:sldChg>
      <pc:sldChg chg="del">
        <pc:chgData name="Thom Menssink" userId="11dc6b6b-56ec-4ff7-b967-8dccd2822258" providerId="ADAL" clId="{782F0BA3-178E-44B2-9115-8D60BE354176}" dt="2025-07-09T09:23:42.863" v="405" actId="47"/>
        <pc:sldMkLst>
          <pc:docMk/>
          <pc:sldMk cId="2285993535" sldId="297"/>
        </pc:sldMkLst>
      </pc:sldChg>
      <pc:sldChg chg="del">
        <pc:chgData name="Thom Menssink" userId="11dc6b6b-56ec-4ff7-b967-8dccd2822258" providerId="ADAL" clId="{782F0BA3-178E-44B2-9115-8D60BE354176}" dt="2025-07-09T09:23:42.024" v="404" actId="47"/>
        <pc:sldMkLst>
          <pc:docMk/>
          <pc:sldMk cId="1119535356" sldId="298"/>
        </pc:sldMkLst>
      </pc:sldChg>
      <pc:sldChg chg="del">
        <pc:chgData name="Thom Menssink" userId="11dc6b6b-56ec-4ff7-b967-8dccd2822258" providerId="ADAL" clId="{782F0BA3-178E-44B2-9115-8D60BE354176}" dt="2025-07-09T09:23:46.140" v="406" actId="47"/>
        <pc:sldMkLst>
          <pc:docMk/>
          <pc:sldMk cId="1311666770" sldId="299"/>
        </pc:sldMkLst>
      </pc:sldChg>
      <pc:sldChg chg="del">
        <pc:chgData name="Thom Menssink" userId="11dc6b6b-56ec-4ff7-b967-8dccd2822258" providerId="ADAL" clId="{782F0BA3-178E-44B2-9115-8D60BE354176}" dt="2025-07-09T09:23:55.640" v="411" actId="47"/>
        <pc:sldMkLst>
          <pc:docMk/>
          <pc:sldMk cId="3035113362" sldId="300"/>
        </pc:sldMkLst>
      </pc:sldChg>
      <pc:sldChg chg="del">
        <pc:chgData name="Thom Menssink" userId="11dc6b6b-56ec-4ff7-b967-8dccd2822258" providerId="ADAL" clId="{782F0BA3-178E-44B2-9115-8D60BE354176}" dt="2025-07-09T09:23:54.238" v="410" actId="47"/>
        <pc:sldMkLst>
          <pc:docMk/>
          <pc:sldMk cId="1646511125" sldId="301"/>
        </pc:sldMkLst>
      </pc:sldChg>
      <pc:sldChg chg="del">
        <pc:chgData name="Thom Menssink" userId="11dc6b6b-56ec-4ff7-b967-8dccd2822258" providerId="ADAL" clId="{782F0BA3-178E-44B2-9115-8D60BE354176}" dt="2025-07-09T09:23:58.167" v="413" actId="47"/>
        <pc:sldMkLst>
          <pc:docMk/>
          <pc:sldMk cId="2070537226" sldId="302"/>
        </pc:sldMkLst>
      </pc:sldChg>
      <pc:sldChg chg="del">
        <pc:chgData name="Thom Menssink" userId="11dc6b6b-56ec-4ff7-b967-8dccd2822258" providerId="ADAL" clId="{782F0BA3-178E-44B2-9115-8D60BE354176}" dt="2025-07-09T09:23:59.041" v="414" actId="47"/>
        <pc:sldMkLst>
          <pc:docMk/>
          <pc:sldMk cId="2706395165" sldId="303"/>
        </pc:sldMkLst>
      </pc:sldChg>
      <pc:sldChg chg="del">
        <pc:chgData name="Thom Menssink" userId="11dc6b6b-56ec-4ff7-b967-8dccd2822258" providerId="ADAL" clId="{782F0BA3-178E-44B2-9115-8D60BE354176}" dt="2025-07-09T09:24:03.305" v="417" actId="47"/>
        <pc:sldMkLst>
          <pc:docMk/>
          <pc:sldMk cId="3518809867" sldId="304"/>
        </pc:sldMkLst>
      </pc:sldChg>
      <pc:sldChg chg="del">
        <pc:chgData name="Thom Menssink" userId="11dc6b6b-56ec-4ff7-b967-8dccd2822258" providerId="ADAL" clId="{782F0BA3-178E-44B2-9115-8D60BE354176}" dt="2025-07-09T09:24:05.735" v="418" actId="47"/>
        <pc:sldMkLst>
          <pc:docMk/>
          <pc:sldMk cId="3465692656" sldId="305"/>
        </pc:sldMkLst>
      </pc:sldChg>
      <pc:sldChg chg="modSp mod">
        <pc:chgData name="Thom Menssink" userId="11dc6b6b-56ec-4ff7-b967-8dccd2822258" providerId="ADAL" clId="{782F0BA3-178E-44B2-9115-8D60BE354176}" dt="2025-07-09T09:24:21.130" v="419" actId="20577"/>
        <pc:sldMkLst>
          <pc:docMk/>
          <pc:sldMk cId="2956455179" sldId="306"/>
        </pc:sldMkLst>
        <pc:spChg chg="mod">
          <ac:chgData name="Thom Menssink" userId="11dc6b6b-56ec-4ff7-b967-8dccd2822258" providerId="ADAL" clId="{782F0BA3-178E-44B2-9115-8D60BE354176}" dt="2025-07-09T09:24:21.130" v="419" actId="20577"/>
          <ac:spMkLst>
            <pc:docMk/>
            <pc:sldMk cId="2956455179" sldId="306"/>
            <ac:spMk id="3" creationId="{A575AE07-504D-379D-D382-FA1447412F6D}"/>
          </ac:spMkLst>
        </pc:spChg>
      </pc:sldChg>
      <pc:sldChg chg="del">
        <pc:chgData name="Thom Menssink" userId="11dc6b6b-56ec-4ff7-b967-8dccd2822258" providerId="ADAL" clId="{782F0BA3-178E-44B2-9115-8D60BE354176}" dt="2025-07-09T09:24:29.825" v="421" actId="47"/>
        <pc:sldMkLst>
          <pc:docMk/>
          <pc:sldMk cId="1027369493" sldId="307"/>
        </pc:sldMkLst>
      </pc:sldChg>
      <pc:sldChg chg="del">
        <pc:chgData name="Thom Menssink" userId="11dc6b6b-56ec-4ff7-b967-8dccd2822258" providerId="ADAL" clId="{782F0BA3-178E-44B2-9115-8D60BE354176}" dt="2025-07-09T09:24:25.759" v="420" actId="47"/>
        <pc:sldMkLst>
          <pc:docMk/>
          <pc:sldMk cId="3203827497" sldId="308"/>
        </pc:sldMkLst>
      </pc:sldChg>
      <pc:sldChg chg="del">
        <pc:chgData name="Thom Menssink" userId="11dc6b6b-56ec-4ff7-b967-8dccd2822258" providerId="ADAL" clId="{782F0BA3-178E-44B2-9115-8D60BE354176}" dt="2025-07-09T09:24:30.912" v="422" actId="47"/>
        <pc:sldMkLst>
          <pc:docMk/>
          <pc:sldMk cId="2093017955" sldId="309"/>
        </pc:sldMkLst>
      </pc:sldChg>
      <pc:sldChg chg="del">
        <pc:chgData name="Thom Menssink" userId="11dc6b6b-56ec-4ff7-b967-8dccd2822258" providerId="ADAL" clId="{782F0BA3-178E-44B2-9115-8D60BE354176}" dt="2025-07-09T09:24:32.206" v="423" actId="47"/>
        <pc:sldMkLst>
          <pc:docMk/>
          <pc:sldMk cId="651077160" sldId="312"/>
        </pc:sldMkLst>
      </pc:sldChg>
      <pc:sldChg chg="modSp mod">
        <pc:chgData name="Thom Menssink" userId="11dc6b6b-56ec-4ff7-b967-8dccd2822258" providerId="ADAL" clId="{782F0BA3-178E-44B2-9115-8D60BE354176}" dt="2025-07-09T09:24:49.660" v="431" actId="6549"/>
        <pc:sldMkLst>
          <pc:docMk/>
          <pc:sldMk cId="1492528229" sldId="314"/>
        </pc:sldMkLst>
        <pc:spChg chg="mod">
          <ac:chgData name="Thom Menssink" userId="11dc6b6b-56ec-4ff7-b967-8dccd2822258" providerId="ADAL" clId="{782F0BA3-178E-44B2-9115-8D60BE354176}" dt="2025-07-09T09:24:49.660" v="431" actId="6549"/>
          <ac:spMkLst>
            <pc:docMk/>
            <pc:sldMk cId="1492528229" sldId="314"/>
            <ac:spMk id="2" creationId="{63BD0B2F-CF25-9797-56F7-66764506C29C}"/>
          </ac:spMkLst>
        </pc:spChg>
      </pc:sldChg>
      <pc:sldChg chg="del">
        <pc:chgData name="Thom Menssink" userId="11dc6b6b-56ec-4ff7-b967-8dccd2822258" providerId="ADAL" clId="{782F0BA3-178E-44B2-9115-8D60BE354176}" dt="2025-07-09T09:25:36.755" v="433" actId="47"/>
        <pc:sldMkLst>
          <pc:docMk/>
          <pc:sldMk cId="1473761438" sldId="318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3662929923" sldId="319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3409170448" sldId="320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2221423724" sldId="321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2409246974" sldId="322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3931324841" sldId="323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3485227463" sldId="324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3994770893" sldId="325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4076957082" sldId="327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2591116335" sldId="328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1163211918" sldId="329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1804258202" sldId="331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700326395" sldId="334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2543239200" sldId="335"/>
        </pc:sldMkLst>
      </pc:sldChg>
      <pc:sldChg chg="del">
        <pc:chgData name="Thom Menssink" userId="11dc6b6b-56ec-4ff7-b967-8dccd2822258" providerId="ADAL" clId="{782F0BA3-178E-44B2-9115-8D60BE354176}" dt="2025-07-09T09:23:59.902" v="415" actId="47"/>
        <pc:sldMkLst>
          <pc:docMk/>
          <pc:sldMk cId="1712377791" sldId="336"/>
        </pc:sldMkLst>
      </pc:sldChg>
      <pc:sldChg chg="del">
        <pc:chgData name="Thom Menssink" userId="11dc6b6b-56ec-4ff7-b967-8dccd2822258" providerId="ADAL" clId="{782F0BA3-178E-44B2-9115-8D60BE354176}" dt="2025-07-09T09:24:00.623" v="416" actId="47"/>
        <pc:sldMkLst>
          <pc:docMk/>
          <pc:sldMk cId="2916400132" sldId="337"/>
        </pc:sldMkLst>
      </pc:sldChg>
      <pc:sldChg chg="modSp mod modAnim">
        <pc:chgData name="Thom Menssink" userId="11dc6b6b-56ec-4ff7-b967-8dccd2822258" providerId="ADAL" clId="{782F0BA3-178E-44B2-9115-8D60BE354176}" dt="2025-07-09T09:22:47.536" v="402"/>
        <pc:sldMkLst>
          <pc:docMk/>
          <pc:sldMk cId="1421650661" sldId="338"/>
        </pc:sldMkLst>
        <pc:spChg chg="mod">
          <ac:chgData name="Thom Menssink" userId="11dc6b6b-56ec-4ff7-b967-8dccd2822258" providerId="ADAL" clId="{782F0BA3-178E-44B2-9115-8D60BE354176}" dt="2025-07-09T09:21:18.555" v="387" actId="255"/>
          <ac:spMkLst>
            <pc:docMk/>
            <pc:sldMk cId="1421650661" sldId="338"/>
            <ac:spMk id="2" creationId="{29E20385-146E-B70F-92BD-3E126DA7BA6E}"/>
          </ac:spMkLst>
        </pc:spChg>
        <pc:spChg chg="mod">
          <ac:chgData name="Thom Menssink" userId="11dc6b6b-56ec-4ff7-b967-8dccd2822258" providerId="ADAL" clId="{782F0BA3-178E-44B2-9115-8D60BE354176}" dt="2025-07-09T09:22:02.444" v="399" actId="20577"/>
          <ac:spMkLst>
            <pc:docMk/>
            <pc:sldMk cId="1421650661" sldId="338"/>
            <ac:spMk id="4" creationId="{BA878DAE-87ED-4AA5-3BB4-923F424CF04E}"/>
          </ac:spMkLst>
        </pc:spChg>
      </pc:sldChg>
      <pc:sldChg chg="del">
        <pc:chgData name="Thom Menssink" userId="11dc6b6b-56ec-4ff7-b967-8dccd2822258" providerId="ADAL" clId="{782F0BA3-178E-44B2-9115-8D60BE354176}" dt="2025-07-09T09:25:35.689" v="432" actId="47"/>
        <pc:sldMkLst>
          <pc:docMk/>
          <pc:sldMk cId="2353090462" sldId="341"/>
        </pc:sldMkLst>
      </pc:sldChg>
      <pc:sldChg chg="del">
        <pc:chgData name="Thom Menssink" userId="11dc6b6b-56ec-4ff7-b967-8dccd2822258" providerId="ADAL" clId="{782F0BA3-178E-44B2-9115-8D60BE354176}" dt="2025-07-09T09:18:24.445" v="304" actId="47"/>
        <pc:sldMkLst>
          <pc:docMk/>
          <pc:sldMk cId="525231604" sldId="342"/>
        </pc:sldMkLst>
      </pc:sldChg>
      <pc:sldChg chg="del">
        <pc:chgData name="Thom Menssink" userId="11dc6b6b-56ec-4ff7-b967-8dccd2822258" providerId="ADAL" clId="{782F0BA3-178E-44B2-9115-8D60BE354176}" dt="2025-07-09T09:23:46.935" v="407" actId="47"/>
        <pc:sldMkLst>
          <pc:docMk/>
          <pc:sldMk cId="2147790697" sldId="344"/>
        </pc:sldMkLst>
      </pc:sldChg>
      <pc:sldChg chg="del">
        <pc:chgData name="Thom Menssink" userId="11dc6b6b-56ec-4ff7-b967-8dccd2822258" providerId="ADAL" clId="{782F0BA3-178E-44B2-9115-8D60BE354176}" dt="2025-07-09T09:23:48.421" v="408" actId="47"/>
        <pc:sldMkLst>
          <pc:docMk/>
          <pc:sldMk cId="1379102092" sldId="345"/>
        </pc:sldMkLst>
      </pc:sldChg>
      <pc:sldChg chg="del">
        <pc:chgData name="Thom Menssink" userId="11dc6b6b-56ec-4ff7-b967-8dccd2822258" providerId="ADAL" clId="{782F0BA3-178E-44B2-9115-8D60BE354176}" dt="2025-07-09T09:23:52.376" v="409" actId="47"/>
        <pc:sldMkLst>
          <pc:docMk/>
          <pc:sldMk cId="303214902" sldId="346"/>
        </pc:sldMkLst>
      </pc:sldChg>
      <pc:sldChg chg="del">
        <pc:chgData name="Thom Menssink" userId="11dc6b6b-56ec-4ff7-b967-8dccd2822258" providerId="ADAL" clId="{782F0BA3-178E-44B2-9115-8D60BE354176}" dt="2025-07-09T09:23:56.395" v="412" actId="47"/>
        <pc:sldMkLst>
          <pc:docMk/>
          <pc:sldMk cId="3580401715" sldId="347"/>
        </pc:sldMkLst>
      </pc:sldChg>
      <pc:sldChg chg="add">
        <pc:chgData name="Thom Menssink" userId="11dc6b6b-56ec-4ff7-b967-8dccd2822258" providerId="ADAL" clId="{782F0BA3-178E-44B2-9115-8D60BE354176}" dt="2025-07-09T09:18:34.993" v="305"/>
        <pc:sldMkLst>
          <pc:docMk/>
          <pc:sldMk cId="3743826860" sldId="350"/>
        </pc:sldMkLst>
      </pc:sldChg>
      <pc:sldChg chg="modSp add mod modAnim">
        <pc:chgData name="Thom Menssink" userId="11dc6b6b-56ec-4ff7-b967-8dccd2822258" providerId="ADAL" clId="{782F0BA3-178E-44B2-9115-8D60BE354176}" dt="2025-07-09T09:31:47.076" v="448" actId="14100"/>
        <pc:sldMkLst>
          <pc:docMk/>
          <pc:sldMk cId="220711018" sldId="351"/>
        </pc:sldMkLst>
        <pc:spChg chg="mod">
          <ac:chgData name="Thom Menssink" userId="11dc6b6b-56ec-4ff7-b967-8dccd2822258" providerId="ADAL" clId="{782F0BA3-178E-44B2-9115-8D60BE354176}" dt="2025-07-09T09:31:33.728" v="446" actId="27636"/>
          <ac:spMkLst>
            <pc:docMk/>
            <pc:sldMk cId="220711018" sldId="351"/>
            <ac:spMk id="2" creationId="{B0B31B42-F5AA-063A-6CAA-54B19081B43C}"/>
          </ac:spMkLst>
        </pc:spChg>
        <pc:spChg chg="mod">
          <ac:chgData name="Thom Menssink" userId="11dc6b6b-56ec-4ff7-b967-8dccd2822258" providerId="ADAL" clId="{782F0BA3-178E-44B2-9115-8D60BE354176}" dt="2025-07-09T09:31:47.076" v="448" actId="14100"/>
          <ac:spMkLst>
            <pc:docMk/>
            <pc:sldMk cId="220711018" sldId="351"/>
            <ac:spMk id="4" creationId="{F01A0465-692D-090F-E81D-62C21116C0AB}"/>
          </ac:spMkLst>
        </pc:spChg>
      </pc:sldChg>
      <pc:sldChg chg="add del">
        <pc:chgData name="Thom Menssink" userId="11dc6b6b-56ec-4ff7-b967-8dccd2822258" providerId="ADAL" clId="{782F0BA3-178E-44B2-9115-8D60BE354176}" dt="2025-07-09T09:31:05.836" v="441"/>
        <pc:sldMkLst>
          <pc:docMk/>
          <pc:sldMk cId="1380704218" sldId="352"/>
        </pc:sldMkLst>
      </pc:sldChg>
      <pc:sldChg chg="modSp new mod">
        <pc:chgData name="Thom Menssink" userId="11dc6b6b-56ec-4ff7-b967-8dccd2822258" providerId="ADAL" clId="{782F0BA3-178E-44B2-9115-8D60BE354176}" dt="2025-07-09T09:40:06.385" v="748" actId="20577"/>
        <pc:sldMkLst>
          <pc:docMk/>
          <pc:sldMk cId="1568702229" sldId="352"/>
        </pc:sldMkLst>
        <pc:spChg chg="mod">
          <ac:chgData name="Thom Menssink" userId="11dc6b6b-56ec-4ff7-b967-8dccd2822258" providerId="ADAL" clId="{782F0BA3-178E-44B2-9115-8D60BE354176}" dt="2025-07-09T09:34:18.610" v="471" actId="20577"/>
          <ac:spMkLst>
            <pc:docMk/>
            <pc:sldMk cId="1568702229" sldId="352"/>
            <ac:spMk id="2" creationId="{4AD34FCF-2C02-0B45-0130-30D9EA3E0D62}"/>
          </ac:spMkLst>
        </pc:spChg>
        <pc:spChg chg="mod">
          <ac:chgData name="Thom Menssink" userId="11dc6b6b-56ec-4ff7-b967-8dccd2822258" providerId="ADAL" clId="{782F0BA3-178E-44B2-9115-8D60BE354176}" dt="2025-07-09T09:40:06.385" v="748" actId="20577"/>
          <ac:spMkLst>
            <pc:docMk/>
            <pc:sldMk cId="1568702229" sldId="352"/>
            <ac:spMk id="3" creationId="{D6F45E99-F1CF-C3A3-36A3-7588C5B23BAE}"/>
          </ac:spMkLst>
        </pc:spChg>
      </pc:sldChg>
      <pc:sldChg chg="modSp add mod">
        <pc:chgData name="Thom Menssink" userId="11dc6b6b-56ec-4ff7-b967-8dccd2822258" providerId="ADAL" clId="{782F0BA3-178E-44B2-9115-8D60BE354176}" dt="2025-07-09T09:41:13.037" v="760" actId="20577"/>
        <pc:sldMkLst>
          <pc:docMk/>
          <pc:sldMk cId="978114078" sldId="353"/>
        </pc:sldMkLst>
        <pc:spChg chg="mod">
          <ac:chgData name="Thom Menssink" userId="11dc6b6b-56ec-4ff7-b967-8dccd2822258" providerId="ADAL" clId="{782F0BA3-178E-44B2-9115-8D60BE354176}" dt="2025-07-09T09:41:13.037" v="760" actId="20577"/>
          <ac:spMkLst>
            <pc:docMk/>
            <pc:sldMk cId="978114078" sldId="353"/>
            <ac:spMk id="2" creationId="{596E09F9-6D62-C3D4-C009-1CF61BE1E0E3}"/>
          </ac:spMkLst>
        </pc:spChg>
      </pc:sldChg>
      <pc:sldChg chg="addSp delSp modSp add mod modClrScheme chgLayout">
        <pc:chgData name="Thom Menssink" userId="11dc6b6b-56ec-4ff7-b967-8dccd2822258" providerId="ADAL" clId="{782F0BA3-178E-44B2-9115-8D60BE354176}" dt="2025-07-09T09:41:36.417" v="764" actId="700"/>
        <pc:sldMkLst>
          <pc:docMk/>
          <pc:sldMk cId="3922848747" sldId="354"/>
        </pc:sldMkLst>
        <pc:spChg chg="mod ord">
          <ac:chgData name="Thom Menssink" userId="11dc6b6b-56ec-4ff7-b967-8dccd2822258" providerId="ADAL" clId="{782F0BA3-178E-44B2-9115-8D60BE354176}" dt="2025-07-09T09:41:36.417" v="764" actId="700"/>
          <ac:spMkLst>
            <pc:docMk/>
            <pc:sldMk cId="3922848747" sldId="354"/>
            <ac:spMk id="2" creationId="{4F611406-CB2D-C18D-9ED1-CA582B297690}"/>
          </ac:spMkLst>
        </pc:spChg>
        <pc:spChg chg="add del mod ord">
          <ac:chgData name="Thom Menssink" userId="11dc6b6b-56ec-4ff7-b967-8dccd2822258" providerId="ADAL" clId="{782F0BA3-178E-44B2-9115-8D60BE354176}" dt="2025-07-09T09:41:36.417" v="764" actId="700"/>
          <ac:spMkLst>
            <pc:docMk/>
            <pc:sldMk cId="3922848747" sldId="354"/>
            <ac:spMk id="3" creationId="{7250351E-2A8A-7DDD-0895-1F6180C2EB23}"/>
          </ac:spMkLst>
        </pc:spChg>
      </pc:sldChg>
      <pc:sldChg chg="addSp delSp modSp new mod modClrScheme chgLayout">
        <pc:chgData name="Thom Menssink" userId="11dc6b6b-56ec-4ff7-b967-8dccd2822258" providerId="ADAL" clId="{782F0BA3-178E-44B2-9115-8D60BE354176}" dt="2025-07-09T09:43:40.398" v="767" actId="700"/>
        <pc:sldMkLst>
          <pc:docMk/>
          <pc:sldMk cId="3981491999" sldId="355"/>
        </pc:sldMkLst>
        <pc:spChg chg="del mod ord">
          <ac:chgData name="Thom Menssink" userId="11dc6b6b-56ec-4ff7-b967-8dccd2822258" providerId="ADAL" clId="{782F0BA3-178E-44B2-9115-8D60BE354176}" dt="2025-07-09T09:43:40.398" v="767" actId="700"/>
          <ac:spMkLst>
            <pc:docMk/>
            <pc:sldMk cId="3981491999" sldId="355"/>
            <ac:spMk id="2" creationId="{365BE0D1-6127-D816-8F8A-1DEEC7C62B0A}"/>
          </ac:spMkLst>
        </pc:spChg>
        <pc:spChg chg="del mod ord">
          <ac:chgData name="Thom Menssink" userId="11dc6b6b-56ec-4ff7-b967-8dccd2822258" providerId="ADAL" clId="{782F0BA3-178E-44B2-9115-8D60BE354176}" dt="2025-07-09T09:43:40.398" v="767" actId="700"/>
          <ac:spMkLst>
            <pc:docMk/>
            <pc:sldMk cId="3981491999" sldId="355"/>
            <ac:spMk id="3" creationId="{5CB821D5-4005-7857-1CC7-4545D45597DA}"/>
          </ac:spMkLst>
        </pc:spChg>
        <pc:spChg chg="add mod ord">
          <ac:chgData name="Thom Menssink" userId="11dc6b6b-56ec-4ff7-b967-8dccd2822258" providerId="ADAL" clId="{782F0BA3-178E-44B2-9115-8D60BE354176}" dt="2025-07-09T09:43:40.398" v="767" actId="700"/>
          <ac:spMkLst>
            <pc:docMk/>
            <pc:sldMk cId="3981491999" sldId="355"/>
            <ac:spMk id="4" creationId="{7B1CBBAC-BB0C-F3DE-44F3-03DB3A8CE74E}"/>
          </ac:spMkLst>
        </pc:spChg>
        <pc:spChg chg="add mod ord">
          <ac:chgData name="Thom Menssink" userId="11dc6b6b-56ec-4ff7-b967-8dccd2822258" providerId="ADAL" clId="{782F0BA3-178E-44B2-9115-8D60BE354176}" dt="2025-07-09T09:43:40.398" v="767" actId="700"/>
          <ac:spMkLst>
            <pc:docMk/>
            <pc:sldMk cId="3981491999" sldId="355"/>
            <ac:spMk id="5" creationId="{C608494C-5B31-27A1-CD95-762ABAC8AC38}"/>
          </ac:spMkLst>
        </pc:spChg>
      </pc:sldChg>
      <pc:sldChg chg="new del">
        <pc:chgData name="Thom Menssink" userId="11dc6b6b-56ec-4ff7-b967-8dccd2822258" providerId="ADAL" clId="{782F0BA3-178E-44B2-9115-8D60BE354176}" dt="2025-07-09T09:41:44.412" v="766" actId="47"/>
        <pc:sldMkLst>
          <pc:docMk/>
          <pc:sldMk cId="3660518595" sldId="356"/>
        </pc:sldMkLst>
      </pc:sldChg>
    </pc:docChg>
  </pc:docChgLst>
  <pc:docChgLst>
    <pc:chgData name="Manon Borsboom" userId="S::manon.borsboom@inpactsolutions.nl::3e9450b2-0c90-48e5-be46-6f0b8db505b3" providerId="AD" clId="Web-{012974A8-01A2-DFC8-7F58-61C57CD4349A}"/>
    <pc:docChg chg="delSld modSld">
      <pc:chgData name="Manon Borsboom" userId="S::manon.borsboom@inpactsolutions.nl::3e9450b2-0c90-48e5-be46-6f0b8db505b3" providerId="AD" clId="Web-{012974A8-01A2-DFC8-7F58-61C57CD4349A}" dt="2025-07-10T09:09:58.704" v="47" actId="20577"/>
      <pc:docMkLst>
        <pc:docMk/>
      </pc:docMkLst>
      <pc:sldChg chg="addSp delSp modSp">
        <pc:chgData name="Manon Borsboom" userId="S::manon.borsboom@inpactsolutions.nl::3e9450b2-0c90-48e5-be46-6f0b8db505b3" providerId="AD" clId="Web-{012974A8-01A2-DFC8-7F58-61C57CD4349A}" dt="2025-07-10T09:09:58.704" v="47" actId="20577"/>
        <pc:sldMkLst>
          <pc:docMk/>
          <pc:sldMk cId="3922848747" sldId="354"/>
        </pc:sldMkLst>
        <pc:spChg chg="del">
          <ac:chgData name="Manon Borsboom" userId="S::manon.borsboom@inpactsolutions.nl::3e9450b2-0c90-48e5-be46-6f0b8db505b3" providerId="AD" clId="Web-{012974A8-01A2-DFC8-7F58-61C57CD4349A}" dt="2025-07-10T09:07:31.668" v="0"/>
          <ac:spMkLst>
            <pc:docMk/>
            <pc:sldMk cId="3922848747" sldId="354"/>
            <ac:spMk id="2" creationId="{4F611406-CB2D-C18D-9ED1-CA582B297690}"/>
          </ac:spMkLst>
        </pc:spChg>
        <pc:spChg chg="add del mod">
          <ac:chgData name="Manon Borsboom" userId="S::manon.borsboom@inpactsolutions.nl::3e9450b2-0c90-48e5-be46-6f0b8db505b3" providerId="AD" clId="Web-{012974A8-01A2-DFC8-7F58-61C57CD4349A}" dt="2025-07-10T09:07:47.262" v="1"/>
          <ac:spMkLst>
            <pc:docMk/>
            <pc:sldMk cId="3922848747" sldId="354"/>
            <ac:spMk id="4" creationId="{B6FFEFCB-4394-4AD3-8877-D0BD80930851}"/>
          </ac:spMkLst>
        </pc:spChg>
        <pc:spChg chg="add mod">
          <ac:chgData name="Manon Borsboom" userId="S::manon.borsboom@inpactsolutions.nl::3e9450b2-0c90-48e5-be46-6f0b8db505b3" providerId="AD" clId="Web-{012974A8-01A2-DFC8-7F58-61C57CD4349A}" dt="2025-07-10T09:08:00.247" v="6" actId="20577"/>
          <ac:spMkLst>
            <pc:docMk/>
            <pc:sldMk cId="3922848747" sldId="354"/>
            <ac:spMk id="6" creationId="{4A2CD34F-609C-7888-2D40-26DB530CC84B}"/>
          </ac:spMkLst>
        </pc:spChg>
        <pc:spChg chg="add mod">
          <ac:chgData name="Manon Borsboom" userId="S::manon.borsboom@inpactsolutions.nl::3e9450b2-0c90-48e5-be46-6f0b8db505b3" providerId="AD" clId="Web-{012974A8-01A2-DFC8-7F58-61C57CD4349A}" dt="2025-07-10T09:09:58.704" v="47" actId="20577"/>
          <ac:spMkLst>
            <pc:docMk/>
            <pc:sldMk cId="3922848747" sldId="354"/>
            <ac:spMk id="8" creationId="{B32603F1-078A-5835-CC0A-F3F1C17A9736}"/>
          </ac:spMkLst>
        </pc:spChg>
      </pc:sldChg>
      <pc:sldChg chg="del">
        <pc:chgData name="Manon Borsboom" userId="S::manon.borsboom@inpactsolutions.nl::3e9450b2-0c90-48e5-be46-6f0b8db505b3" providerId="AD" clId="Web-{012974A8-01A2-DFC8-7F58-61C57CD4349A}" dt="2025-07-10T09:08:55.077" v="29"/>
        <pc:sldMkLst>
          <pc:docMk/>
          <pc:sldMk cId="3981491999" sldId="355"/>
        </pc:sldMkLst>
      </pc:sldChg>
    </pc:docChg>
  </pc:docChgLst>
  <pc:docChgLst>
    <pc:chgData name="Jarno Mulder" userId="e0f67874-3412-4255-be73-32bf7936a9bc" providerId="ADAL" clId="{841DBA7C-6CA4-40DE-B814-8FEEA1186987}"/>
    <pc:docChg chg="custSel addSld delSld modSld">
      <pc:chgData name="Jarno Mulder" userId="e0f67874-3412-4255-be73-32bf7936a9bc" providerId="ADAL" clId="{841DBA7C-6CA4-40DE-B814-8FEEA1186987}" dt="2025-07-09T12:55:44.077" v="27" actId="1076"/>
      <pc:docMkLst>
        <pc:docMk/>
      </pc:docMkLst>
      <pc:sldChg chg="modSp add mod">
        <pc:chgData name="Jarno Mulder" userId="e0f67874-3412-4255-be73-32bf7936a9bc" providerId="ADAL" clId="{841DBA7C-6CA4-40DE-B814-8FEEA1186987}" dt="2025-07-09T12:55:44.077" v="27" actId="1076"/>
        <pc:sldMkLst>
          <pc:docMk/>
          <pc:sldMk cId="0" sldId="259"/>
        </pc:sldMkLst>
        <pc:spChg chg="mod">
          <ac:chgData name="Jarno Mulder" userId="e0f67874-3412-4255-be73-32bf7936a9bc" providerId="ADAL" clId="{841DBA7C-6CA4-40DE-B814-8FEEA1186987}" dt="2025-07-09T12:55:36.860" v="25" actId="20577"/>
          <ac:spMkLst>
            <pc:docMk/>
            <pc:sldMk cId="0" sldId="259"/>
            <ac:spMk id="4" creationId="{00000000-0000-0000-0000-000000000000}"/>
          </ac:spMkLst>
        </pc:spChg>
        <pc:graphicFrameChg chg="mod">
          <ac:chgData name="Jarno Mulder" userId="e0f67874-3412-4255-be73-32bf7936a9bc" providerId="ADAL" clId="{841DBA7C-6CA4-40DE-B814-8FEEA1186987}" dt="2025-07-09T12:55:44.077" v="27" actId="1076"/>
          <ac:graphicFrameMkLst>
            <pc:docMk/>
            <pc:sldMk cId="0" sldId="259"/>
            <ac:graphicFrameMk id="5" creationId="{BE6C3092-5CE7-CF2D-17DE-8A933DB5E81E}"/>
          </ac:graphicFrameMkLst>
        </pc:graphicFrameChg>
        <pc:graphicFrameChg chg="mod">
          <ac:chgData name="Jarno Mulder" userId="e0f67874-3412-4255-be73-32bf7936a9bc" providerId="ADAL" clId="{841DBA7C-6CA4-40DE-B814-8FEEA1186987}" dt="2025-07-09T12:55:41.574" v="26" actId="1076"/>
          <ac:graphicFrameMkLst>
            <pc:docMk/>
            <pc:sldMk cId="0" sldId="259"/>
            <ac:graphicFrameMk id="7" creationId="{71033824-5D57-4778-84E8-D96E59077B88}"/>
          </ac:graphicFrameMkLst>
        </pc:graphicFrameChg>
      </pc:sldChg>
      <pc:sldChg chg="add">
        <pc:chgData name="Jarno Mulder" userId="e0f67874-3412-4255-be73-32bf7936a9bc" providerId="ADAL" clId="{841DBA7C-6CA4-40DE-B814-8FEEA1186987}" dt="2025-07-09T12:52:56.566" v="4"/>
        <pc:sldMkLst>
          <pc:docMk/>
          <pc:sldMk cId="0" sldId="260"/>
        </pc:sldMkLst>
      </pc:sldChg>
      <pc:sldChg chg="modSp mod">
        <pc:chgData name="Jarno Mulder" userId="e0f67874-3412-4255-be73-32bf7936a9bc" providerId="ADAL" clId="{841DBA7C-6CA4-40DE-B814-8FEEA1186987}" dt="2025-07-09T12:50:30.340" v="0" actId="27636"/>
        <pc:sldMkLst>
          <pc:docMk/>
          <pc:sldMk cId="1392935744" sldId="316"/>
        </pc:sldMkLst>
        <pc:spChg chg="mod">
          <ac:chgData name="Jarno Mulder" userId="e0f67874-3412-4255-be73-32bf7936a9bc" providerId="ADAL" clId="{841DBA7C-6CA4-40DE-B814-8FEEA1186987}" dt="2025-07-09T12:50:30.340" v="0" actId="27636"/>
          <ac:spMkLst>
            <pc:docMk/>
            <pc:sldMk cId="1392935744" sldId="316"/>
            <ac:spMk id="2" creationId="{C1F142F7-39D8-14D2-5F86-882E174936F2}"/>
          </ac:spMkLst>
        </pc:spChg>
      </pc:sldChg>
      <pc:sldChg chg="addSp delSp modSp del mod modClrScheme chgLayout">
        <pc:chgData name="Jarno Mulder" userId="e0f67874-3412-4255-be73-32bf7936a9bc" providerId="ADAL" clId="{841DBA7C-6CA4-40DE-B814-8FEEA1186987}" dt="2025-07-09T12:52:42.017" v="3" actId="47"/>
        <pc:sldMkLst>
          <pc:docMk/>
          <pc:sldMk cId="3560581471" sldId="356"/>
        </pc:sldMkLst>
        <pc:spChg chg="del mod ord">
          <ac:chgData name="Jarno Mulder" userId="e0f67874-3412-4255-be73-32bf7936a9bc" providerId="ADAL" clId="{841DBA7C-6CA4-40DE-B814-8FEEA1186987}" dt="2025-07-09T12:52:02.238" v="1" actId="700"/>
          <ac:spMkLst>
            <pc:docMk/>
            <pc:sldMk cId="3560581471" sldId="356"/>
            <ac:spMk id="2" creationId="{32925165-0451-E2E8-F62E-1E2CF6E7FD6C}"/>
          </ac:spMkLst>
        </pc:spChg>
        <pc:spChg chg="del mod ord">
          <ac:chgData name="Jarno Mulder" userId="e0f67874-3412-4255-be73-32bf7936a9bc" providerId="ADAL" clId="{841DBA7C-6CA4-40DE-B814-8FEEA1186987}" dt="2025-07-09T12:52:02.238" v="1" actId="700"/>
          <ac:spMkLst>
            <pc:docMk/>
            <pc:sldMk cId="3560581471" sldId="356"/>
            <ac:spMk id="3" creationId="{B66E1238-53E0-E749-98EE-4C6382072464}"/>
          </ac:spMkLst>
        </pc:spChg>
        <pc:spChg chg="add mod ord">
          <ac:chgData name="Jarno Mulder" userId="e0f67874-3412-4255-be73-32bf7936a9bc" providerId="ADAL" clId="{841DBA7C-6CA4-40DE-B814-8FEEA1186987}" dt="2025-07-09T12:52:02.238" v="1" actId="700"/>
          <ac:spMkLst>
            <pc:docMk/>
            <pc:sldMk cId="3560581471" sldId="356"/>
            <ac:spMk id="4" creationId="{33CBA251-0C1E-2B9C-F3D9-D1F9ED5C093B}"/>
          </ac:spMkLst>
        </pc:spChg>
        <pc:spChg chg="add mod ord">
          <ac:chgData name="Jarno Mulder" userId="e0f67874-3412-4255-be73-32bf7936a9bc" providerId="ADAL" clId="{841DBA7C-6CA4-40DE-B814-8FEEA1186987}" dt="2025-07-09T12:52:02.238" v="1" actId="700"/>
          <ac:spMkLst>
            <pc:docMk/>
            <pc:sldMk cId="3560581471" sldId="356"/>
            <ac:spMk id="5" creationId="{AB34E2A0-7496-FD1F-BBD5-B9A0AAA0C8C8}"/>
          </ac:spMkLst>
        </pc:spChg>
      </pc:sldChg>
      <pc:sldChg chg="add">
        <pc:chgData name="Jarno Mulder" userId="e0f67874-3412-4255-be73-32bf7936a9bc" providerId="ADAL" clId="{841DBA7C-6CA4-40DE-B814-8FEEA1186987}" dt="2025-07-09T12:52:56.566" v="4"/>
        <pc:sldMkLst>
          <pc:docMk/>
          <pc:sldMk cId="1312861782" sldId="3081"/>
        </pc:sldMkLst>
      </pc:sldChg>
      <pc:sldChg chg="add">
        <pc:chgData name="Jarno Mulder" userId="e0f67874-3412-4255-be73-32bf7936a9bc" providerId="ADAL" clId="{841DBA7C-6CA4-40DE-B814-8FEEA1186987}" dt="2025-07-09T12:52:56.566" v="4"/>
        <pc:sldMkLst>
          <pc:docMk/>
          <pc:sldMk cId="1076331449" sldId="3083"/>
        </pc:sldMkLst>
      </pc:sldChg>
    </pc:docChg>
  </pc:docChgLst>
  <pc:docChgLst>
    <pc:chgData name="Jarno Mulder" userId="S::jarno.mulder@inpactsolutions.nl::e0f67874-3412-4255-be73-32bf7936a9bc" providerId="AD" clId="Web-{B4EA7000-09AB-1F48-406F-B31989E93C03}"/>
    <pc:docChg chg="modSld">
      <pc:chgData name="Jarno Mulder" userId="S::jarno.mulder@inpactsolutions.nl::e0f67874-3412-4255-be73-32bf7936a9bc" providerId="AD" clId="Web-{B4EA7000-09AB-1F48-406F-B31989E93C03}" dt="2025-07-09T12:55:19.503" v="23" actId="20577"/>
      <pc:docMkLst>
        <pc:docMk/>
      </pc:docMkLst>
      <pc:sldChg chg="modSp">
        <pc:chgData name="Jarno Mulder" userId="S::jarno.mulder@inpactsolutions.nl::e0f67874-3412-4255-be73-32bf7936a9bc" providerId="AD" clId="Web-{B4EA7000-09AB-1F48-406F-B31989E93C03}" dt="2025-07-09T12:55:19.503" v="23" actId="20577"/>
        <pc:sldMkLst>
          <pc:docMk/>
          <pc:sldMk cId="0" sldId="259"/>
        </pc:sldMkLst>
        <pc:spChg chg="mod">
          <ac:chgData name="Jarno Mulder" userId="S::jarno.mulder@inpactsolutions.nl::e0f67874-3412-4255-be73-32bf7936a9bc" providerId="AD" clId="Web-{B4EA7000-09AB-1F48-406F-B31989E93C03}" dt="2025-07-09T12:55:19.503" v="23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  <pc:docChgLst>
    <pc:chgData name="Jarno Mulder" userId="S::jarno.mulder@inpactsolutions.nl::e0f67874-3412-4255-be73-32bf7936a9bc" providerId="AD" clId="Web-{B4FEA25A-B17A-1BC2-5721-BADF5EFF6C57}"/>
    <pc:docChg chg="addSld delSld">
      <pc:chgData name="Jarno Mulder" userId="S::jarno.mulder@inpactsolutions.nl::e0f67874-3412-4255-be73-32bf7936a9bc" providerId="AD" clId="Web-{B4FEA25A-B17A-1BC2-5721-BADF5EFF6C57}" dt="2025-07-09T12:50:14.872" v="3"/>
      <pc:docMkLst>
        <pc:docMk/>
      </pc:docMkLst>
      <pc:sldChg chg="del">
        <pc:chgData name="Jarno Mulder" userId="S::jarno.mulder@inpactsolutions.nl::e0f67874-3412-4255-be73-32bf7936a9bc" providerId="AD" clId="Web-{B4FEA25A-B17A-1BC2-5721-BADF5EFF6C57}" dt="2025-07-09T12:49:59.199" v="0"/>
        <pc:sldMkLst>
          <pc:docMk/>
          <pc:sldMk cId="2697259489" sldId="296"/>
        </pc:sldMkLst>
      </pc:sldChg>
      <pc:sldChg chg="del">
        <pc:chgData name="Jarno Mulder" userId="S::jarno.mulder@inpactsolutions.nl::e0f67874-3412-4255-be73-32bf7936a9bc" providerId="AD" clId="Web-{B4FEA25A-B17A-1BC2-5721-BADF5EFF6C57}" dt="2025-07-09T12:50:06.184" v="2"/>
        <pc:sldMkLst>
          <pc:docMk/>
          <pc:sldMk cId="2943747114" sldId="332"/>
        </pc:sldMkLst>
      </pc:sldChg>
      <pc:sldChg chg="del">
        <pc:chgData name="Jarno Mulder" userId="S::jarno.mulder@inpactsolutions.nl::e0f67874-3412-4255-be73-32bf7936a9bc" providerId="AD" clId="Web-{B4FEA25A-B17A-1BC2-5721-BADF5EFF6C57}" dt="2025-07-09T12:50:01.309" v="1"/>
        <pc:sldMkLst>
          <pc:docMk/>
          <pc:sldMk cId="446875179" sldId="333"/>
        </pc:sldMkLst>
      </pc:sldChg>
      <pc:sldChg chg="new">
        <pc:chgData name="Jarno Mulder" userId="S::jarno.mulder@inpactsolutions.nl::e0f67874-3412-4255-be73-32bf7936a9bc" providerId="AD" clId="Web-{B4FEA25A-B17A-1BC2-5721-BADF5EFF6C57}" dt="2025-07-09T12:50:14.872" v="3"/>
        <pc:sldMkLst>
          <pc:docMk/>
          <pc:sldMk cId="3560581471" sldId="3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.sharepoint.com/sites/InpactFATEAM/Shared%20Documents/General/2025/check%20cijfers%202025%20na%20afslui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.sharepoint.com/sites/InpactFATEAM/Shared%20Documents/General/2025/check%20cijfers%202025%20na%20afslui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.sharepoint.com/sites/InpactFATEAM/Shared%20Documents/General/2025/check%20cijfers%202025%20na%20afslui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.sharepoint.com/sites/InpactFATEAM/Shared%20Documents/General/2025/check%20cijfers%202025%20na%20afslui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.sharepoint.com/sites/InpactFATEAM/Shared%20Documents/General/2025/check%20cijfers%202025%20na%20afslui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-my.sharepoint.com/personal/jarno_mulder_inpactsolutions_nl/Documents/Report%20debiteuren%20250709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inpactsolutions-my.sharepoint.com/personal/jarno_mulder_inpactsolutions_nl/Documents/Report%20debiteuren%20250709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YTD - genormaliseerd</a:t>
            </a:r>
          </a:p>
        </c:rich>
      </c:tx>
      <c:layout>
        <c:manualLayout>
          <c:xMode val="edge"/>
          <c:yMode val="edge"/>
          <c:x val="0.4618678915135607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check!$B$148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check!$A$149:$A$151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check!$B$149:$B$151</c:f>
              <c:numCache>
                <c:formatCode>_ * #,##0_ ;_ * \-#,##0_ ;_ * "-"??_ ;_ @_ </c:formatCode>
                <c:ptCount val="3"/>
                <c:pt idx="0">
                  <c:v>7695.0835400000005</c:v>
                </c:pt>
                <c:pt idx="1">
                  <c:v>6890.9628700000012</c:v>
                </c:pt>
                <c:pt idx="2">
                  <c:v>1710.0852000000002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7-4DA9-A74C-92BD5589836A}"/>
            </c:ext>
          </c:extLst>
        </c:ser>
        <c:ser>
          <c:idx val="1"/>
          <c:order val="1"/>
          <c:tx>
            <c:strRef>
              <c:f>check!$C$148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check!$A$149:$A$151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check!$C$149:$C$151</c:f>
              <c:numCache>
                <c:formatCode>_ * #,##0_ ;_ * \-#,##0_ ;_ * "-"??_ ;_ @_ </c:formatCode>
                <c:ptCount val="3"/>
                <c:pt idx="0">
                  <c:v>7752.1833333333343</c:v>
                </c:pt>
                <c:pt idx="1">
                  <c:v>6839.6833333333325</c:v>
                </c:pt>
                <c:pt idx="2">
                  <c:v>2057.1770501998662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7-4DA9-A74C-92BD55898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53816352"/>
        <c:axId val="1853812992"/>
      </c:barChart>
      <c:barChart>
        <c:barDir val="col"/>
        <c:grouping val="clustered"/>
        <c:varyColors val="0"/>
        <c:ser>
          <c:idx val="2"/>
          <c:order val="2"/>
          <c:tx>
            <c:strRef>
              <c:f>check!$D$148</c:f>
              <c:strCache>
                <c:ptCount val="1"/>
                <c:pt idx="0">
                  <c:v>Difference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9E-3"/>
                  <c:y val="0.25799165392095774"/>
                </c:manualLayout>
              </c:layout>
              <c:tx>
                <c:rich>
                  <a:bodyPr/>
                  <a:lstStyle/>
                  <a:p>
                    <a:fld id="{DFF936A1-105B-436F-B5D7-05C2693AD6E0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nl-N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C97-4DA9-A74C-92BD5589836A}"/>
                </c:ext>
              </c:extLst>
            </c:dLbl>
            <c:dLbl>
              <c:idx val="1"/>
              <c:layout>
                <c:manualLayout>
                  <c:x val="2.7777777777777779E-3"/>
                  <c:y val="4.2396372054229036E-3"/>
                </c:manualLayout>
              </c:layout>
              <c:tx>
                <c:rich>
                  <a:bodyPr/>
                  <a:lstStyle/>
                  <a:p>
                    <a:fld id="{F11864A7-1023-4227-A756-271E779F8691}" type="VALUE">
                      <a:rPr lang="en-US">
                        <a:solidFill>
                          <a:schemeClr val="accent3"/>
                        </a:solidFill>
                      </a:rPr>
                      <a:pPr/>
                      <a:t>[VALUE]</a:t>
                    </a:fld>
                    <a:endParaRPr lang="nl-N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C97-4DA9-A74C-92BD5589836A}"/>
                </c:ext>
              </c:extLst>
            </c:dLbl>
            <c:dLbl>
              <c:idx val="2"/>
              <c:layout>
                <c:manualLayout>
                  <c:x val="0"/>
                  <c:y val="0.18235871413695195"/>
                </c:manualLayout>
              </c:layout>
              <c:tx>
                <c:rich>
                  <a:bodyPr/>
                  <a:lstStyle/>
                  <a:p>
                    <a:fld id="{5F4EE749-2C44-454B-91A1-01C05922A969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nl-N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C97-4DA9-A74C-92BD558983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check!$A$149:$A$151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check!$D$149:$D$151</c:f>
              <c:numCache>
                <c:formatCode>_ * #,##0_ ;_ * \-#,##0_ ;_ * "-"??_ ;_ @_ </c:formatCode>
                <c:ptCount val="3"/>
                <c:pt idx="0">
                  <c:v>-57.099793333333764</c:v>
                </c:pt>
                <c:pt idx="1">
                  <c:v>51.279536666668719</c:v>
                </c:pt>
                <c:pt idx="2">
                  <c:v>-347.09185019986603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C97-4DA9-A74C-92BD55898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4803648"/>
        <c:axId val="204803168"/>
      </c:barChart>
      <c:catAx>
        <c:axId val="185381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853812992"/>
        <c:crosses val="autoZero"/>
        <c:auto val="1"/>
        <c:lblAlgn val="ctr"/>
        <c:lblOffset val="100"/>
        <c:noMultiLvlLbl val="0"/>
      </c:catAx>
      <c:valAx>
        <c:axId val="1853812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853816352"/>
        <c:crosses val="autoZero"/>
        <c:crossBetween val="between"/>
      </c:valAx>
      <c:valAx>
        <c:axId val="204803168"/>
        <c:scaling>
          <c:orientation val="minMax"/>
        </c:scaling>
        <c:delete val="0"/>
        <c:axPos val="r"/>
        <c:numFmt formatCode="_ * #,##0_ ;_ * \-#,##0_ ;_ * &quot;-&quot;??_ ;_ @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04803648"/>
        <c:crosses val="max"/>
        <c:crossBetween val="between"/>
      </c:valAx>
      <c:catAx>
        <c:axId val="204803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803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Maand - genormaliseerd</a:t>
            </a:r>
          </a:p>
        </c:rich>
      </c:tx>
      <c:layout>
        <c:manualLayout>
          <c:xMode val="edge"/>
          <c:yMode val="edge"/>
          <c:x val="0.4618678915135607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check!$B$148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check!$A$154:$A$156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check!$B$154:$B$156</c:f>
              <c:numCache>
                <c:formatCode>_ * #,##0_ ;_ * \-#,##0_ ;_ * "-"??_ ;_ @_ </c:formatCode>
                <c:ptCount val="3"/>
                <c:pt idx="0">
                  <c:v>1292.7838900000002</c:v>
                </c:pt>
                <c:pt idx="1">
                  <c:v>1150.4403500000001</c:v>
                </c:pt>
                <c:pt idx="2">
                  <c:v>280.74708000000004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3-431C-8841-2E0B614390FE}"/>
            </c:ext>
          </c:extLst>
        </c:ser>
        <c:ser>
          <c:idx val="1"/>
          <c:order val="1"/>
          <c:tx>
            <c:strRef>
              <c:f>check!$C$148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check!$A$154:$A$156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check!$C$154:$C$156</c:f>
              <c:numCache>
                <c:formatCode>_ * #,##0_ ;_ * \-#,##0_ ;_ * "-"??_ ;_ @_ </c:formatCode>
                <c:ptCount val="3"/>
                <c:pt idx="0">
                  <c:v>1338.0583333333334</c:v>
                </c:pt>
                <c:pt idx="1">
                  <c:v>1185.9749999999999</c:v>
                </c:pt>
                <c:pt idx="2">
                  <c:v>339.68030003331108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F3-431C-8841-2E0B61439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53816352"/>
        <c:axId val="1853812992"/>
      </c:barChart>
      <c:lineChart>
        <c:grouping val="standard"/>
        <c:varyColors val="0"/>
        <c:ser>
          <c:idx val="2"/>
          <c:order val="2"/>
          <c:tx>
            <c:strRef>
              <c:f>check!$D$148</c:f>
              <c:strCache>
                <c:ptCount val="1"/>
                <c:pt idx="0">
                  <c:v>Difference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F3-431C-8841-2E0B614390FE}"/>
              </c:ext>
            </c:extLst>
          </c:dPt>
          <c:dLbls>
            <c:dLbl>
              <c:idx val="0"/>
              <c:layout>
                <c:manualLayout>
                  <c:x val="-5.555555555555558E-2"/>
                  <c:y val="-0.3915193474818513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49CF322-B9C4-40AE-9B93-1A837EA8801D}" type="VALUE">
                      <a:rPr lang="en-US">
                        <a:solidFill>
                          <a:srgbClr val="FF0000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nl-NL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111111111111107E-2"/>
                      <c:h val="5.36679438706894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CF3-431C-8841-2E0B614390FE}"/>
                </c:ext>
              </c:extLst>
            </c:dLbl>
            <c:dLbl>
              <c:idx val="1"/>
              <c:layout>
                <c:manualLayout>
                  <c:x val="-4.4444444444444446E-2"/>
                  <c:y val="-0.24593634101748066"/>
                </c:manualLayout>
              </c:layout>
              <c:tx>
                <c:rich>
                  <a:bodyPr/>
                  <a:lstStyle/>
                  <a:p>
                    <a:fld id="{5124153B-1A10-44FB-BEC5-D7A151EE0DF5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nl-N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CF3-431C-8841-2E0B614390FE}"/>
                </c:ext>
              </c:extLst>
            </c:dLbl>
            <c:dLbl>
              <c:idx val="2"/>
              <c:layout>
                <c:manualLayout>
                  <c:x val="-4.7222222222222325E-2"/>
                  <c:y val="-7.3498216855798812E-2"/>
                </c:manualLayout>
              </c:layout>
              <c:tx>
                <c:rich>
                  <a:bodyPr/>
                  <a:lstStyle/>
                  <a:p>
                    <a:fld id="{9EEFBF0B-3104-4987-8BF3-0784AAB8EB66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nl-N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CF3-431C-8841-2E0B614390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check!$A$154:$A$156</c:f>
              <c:strCache>
                <c:ptCount val="3"/>
                <c:pt idx="0">
                  <c:v>Revenue</c:v>
                </c:pt>
                <c:pt idx="1">
                  <c:v>Gross Margin</c:v>
                </c:pt>
                <c:pt idx="2">
                  <c:v>Ebitda Normalized</c:v>
                </c:pt>
              </c:strCache>
            </c:strRef>
          </c:cat>
          <c:val>
            <c:numRef>
              <c:f>check!$D$154:$D$156</c:f>
              <c:numCache>
                <c:formatCode>_ * #,##0_ ;_ * \-#,##0_ ;_ * "-"??_ ;_ @_ </c:formatCode>
                <c:ptCount val="3"/>
                <c:pt idx="0">
                  <c:v>-45.274443333333238</c:v>
                </c:pt>
                <c:pt idx="1">
                  <c:v>-35.534649999999829</c:v>
                </c:pt>
                <c:pt idx="2">
                  <c:v>-58.933220033311045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CF3-431C-8841-2E0B61439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03648"/>
        <c:axId val="204803168"/>
      </c:lineChart>
      <c:catAx>
        <c:axId val="185381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853812992"/>
        <c:crosses val="autoZero"/>
        <c:auto val="1"/>
        <c:lblAlgn val="ctr"/>
        <c:lblOffset val="100"/>
        <c:noMultiLvlLbl val="0"/>
      </c:catAx>
      <c:valAx>
        <c:axId val="1853812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853816352"/>
        <c:crosses val="autoZero"/>
        <c:crossBetween val="between"/>
      </c:valAx>
      <c:valAx>
        <c:axId val="204803168"/>
        <c:scaling>
          <c:orientation val="minMax"/>
        </c:scaling>
        <c:delete val="0"/>
        <c:axPos val="r"/>
        <c:numFmt formatCode="_ * #,##0_ ;_ * \-#,##0_ ;_ * &quot;-&quot;??_ ;_ @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04803648"/>
        <c:crosses val="max"/>
        <c:crossBetween val="between"/>
      </c:valAx>
      <c:catAx>
        <c:axId val="204803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803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check!$A$94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check!$B$2:$M$2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check!$B$94:$G$94</c:f>
              <c:numCache>
                <c:formatCode>_ * #,##0_ ;_ * \-#,##0_ ;_ * "-"??_ ;_ @_ </c:formatCode>
                <c:ptCount val="6"/>
                <c:pt idx="0">
                  <c:v>1231356.28</c:v>
                </c:pt>
                <c:pt idx="1">
                  <c:v>1291468.3999999999</c:v>
                </c:pt>
                <c:pt idx="2">
                  <c:v>1317779.6200000001</c:v>
                </c:pt>
                <c:pt idx="3">
                  <c:v>1143052.6299999999</c:v>
                </c:pt>
                <c:pt idx="4">
                  <c:v>1283190.7200000002</c:v>
                </c:pt>
                <c:pt idx="5">
                  <c:v>1339237.8900000001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E8-40F8-AD40-0050E2AC261D}"/>
            </c:ext>
          </c:extLst>
        </c:ser>
        <c:ser>
          <c:idx val="1"/>
          <c:order val="1"/>
          <c:tx>
            <c:strRef>
              <c:f>check!$A$101</c:f>
              <c:strCache>
                <c:ptCount val="1"/>
                <c:pt idx="0">
                  <c:v>Revenue budget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check!$B$2:$M$2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check!$B$101:$M$101</c:f>
              <c:numCache>
                <c:formatCode>_ * #,##0_ ;_ * \-#,##0_ ;_ * "-"??_ ;_ @_ </c:formatCode>
                <c:ptCount val="12"/>
                <c:pt idx="0">
                  <c:v>1265266.6666666667</c:v>
                </c:pt>
                <c:pt idx="1">
                  <c:v>1265266.6666666667</c:v>
                </c:pt>
                <c:pt idx="2">
                  <c:v>1275266.6666666667</c:v>
                </c:pt>
                <c:pt idx="3">
                  <c:v>1301662.5</c:v>
                </c:pt>
                <c:pt idx="4">
                  <c:v>1306662.5</c:v>
                </c:pt>
                <c:pt idx="5">
                  <c:v>1338058.3333333335</c:v>
                </c:pt>
                <c:pt idx="6">
                  <c:v>1333058.3333333335</c:v>
                </c:pt>
                <c:pt idx="7">
                  <c:v>1359454.1666666665</c:v>
                </c:pt>
                <c:pt idx="8">
                  <c:v>1359454.1666666665</c:v>
                </c:pt>
                <c:pt idx="9">
                  <c:v>1390850</c:v>
                </c:pt>
                <c:pt idx="10">
                  <c:v>1390850</c:v>
                </c:pt>
                <c:pt idx="11">
                  <c:v>1381350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E8-40F8-AD40-0050E2AC261D}"/>
            </c:ext>
          </c:extLst>
        </c:ser>
        <c:ser>
          <c:idx val="2"/>
          <c:order val="2"/>
          <c:tx>
            <c:strRef>
              <c:f>check!$A$141</c:f>
              <c:strCache>
                <c:ptCount val="1"/>
                <c:pt idx="0">
                  <c:v>Genormaliseerde omzet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check!$B$141:$G$141</c:f>
              <c:numCache>
                <c:formatCode>_ * #,##0_ ;_ * \-#,##0_ ;_ * "-"??_ ;_ @_ </c:formatCode>
                <c:ptCount val="6"/>
                <c:pt idx="0">
                  <c:v>1301506.9466666668</c:v>
                </c:pt>
                <c:pt idx="1">
                  <c:v>1264877.0666666667</c:v>
                </c:pt>
                <c:pt idx="2">
                  <c:v>1291188.2866666669</c:v>
                </c:pt>
                <c:pt idx="3">
                  <c:v>1253794.6299999999</c:v>
                </c:pt>
                <c:pt idx="4">
                  <c:v>1290932.7200000002</c:v>
                </c:pt>
                <c:pt idx="5">
                  <c:v>1292783.8900000001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E8-40F8-AD40-0050E2AC2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498304"/>
        <c:axId val="556495424"/>
      </c:lineChart>
      <c:catAx>
        <c:axId val="55649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56495424"/>
        <c:crosses val="autoZero"/>
        <c:auto val="1"/>
        <c:lblAlgn val="ctr"/>
        <c:lblOffset val="100"/>
        <c:noMultiLvlLbl val="0"/>
      </c:catAx>
      <c:valAx>
        <c:axId val="556495424"/>
        <c:scaling>
          <c:orientation val="minMax"/>
          <c:min val="1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5649830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Ebitda</a:t>
            </a:r>
            <a:r>
              <a:rPr lang="nl-NL" baseline="0"/>
              <a:t> (Normalized)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check!$A$96</c:f>
              <c:strCache>
                <c:ptCount val="1"/>
                <c:pt idx="0">
                  <c:v>Ebitda 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check!$B$2:$M$2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check!$B$96:$G$96</c:f>
              <c:numCache>
                <c:formatCode>_ * #,##0_ ;_ * \-#,##0_ ;_ * "-"??_ ;_ @_ </c:formatCode>
                <c:ptCount val="6"/>
                <c:pt idx="0">
                  <c:v>323273.81</c:v>
                </c:pt>
                <c:pt idx="1">
                  <c:v>310588.11</c:v>
                </c:pt>
                <c:pt idx="2">
                  <c:v>318057.72000000003</c:v>
                </c:pt>
                <c:pt idx="3">
                  <c:v>101084.85999999999</c:v>
                </c:pt>
                <c:pt idx="4">
                  <c:v>213881.62</c:v>
                </c:pt>
                <c:pt idx="5">
                  <c:v>327201.08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29-4036-867B-184A8654058F}"/>
            </c:ext>
          </c:extLst>
        </c:ser>
        <c:ser>
          <c:idx val="1"/>
          <c:order val="1"/>
          <c:tx>
            <c:strRef>
              <c:f>check!$A$103</c:f>
              <c:strCache>
                <c:ptCount val="1"/>
                <c:pt idx="0">
                  <c:v>Ebitda N budget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check!$B$2:$M$2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check!$B$103:$M$103</c:f>
              <c:numCache>
                <c:formatCode>_ * #,##0_ ;_ * \-#,##0_ ;_ * "-"??_ ;_ @_ </c:formatCode>
                <c:ptCount val="12"/>
                <c:pt idx="0">
                  <c:v>366842.60558886663</c:v>
                </c:pt>
                <c:pt idx="1">
                  <c:v>359842.60558886663</c:v>
                </c:pt>
                <c:pt idx="2">
                  <c:v>363242.60558886663</c:v>
                </c:pt>
                <c:pt idx="3">
                  <c:v>319284.46669997764</c:v>
                </c:pt>
                <c:pt idx="4">
                  <c:v>308284.46669997764</c:v>
                </c:pt>
                <c:pt idx="5">
                  <c:v>339680.30003331107</c:v>
                </c:pt>
                <c:pt idx="6">
                  <c:v>289951.84169997781</c:v>
                </c:pt>
                <c:pt idx="7">
                  <c:v>316347.67503331107</c:v>
                </c:pt>
                <c:pt idx="8">
                  <c:v>335347.67503331107</c:v>
                </c:pt>
                <c:pt idx="9">
                  <c:v>366743.50836664432</c:v>
                </c:pt>
                <c:pt idx="10">
                  <c:v>366743.50836664432</c:v>
                </c:pt>
                <c:pt idx="11">
                  <c:v>359243.50836664432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29-4036-867B-184A8654058F}"/>
            </c:ext>
          </c:extLst>
        </c:ser>
        <c:ser>
          <c:idx val="2"/>
          <c:order val="2"/>
          <c:tx>
            <c:strRef>
              <c:f>check!$A$145</c:f>
              <c:strCache>
                <c:ptCount val="1"/>
                <c:pt idx="0">
                  <c:v>Gecorrigeerde Ebitda Normalized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check!$B$145:$G$145</c:f>
              <c:numCache>
                <c:formatCode>_ * #,##0_ ;_ * \-#,##0_ ;_ * "-"??_ ;_ @_ </c:formatCode>
                <c:ptCount val="6"/>
                <c:pt idx="0">
                  <c:v>393424.47666666668</c:v>
                </c:pt>
                <c:pt idx="1">
                  <c:v>283996.77666666667</c:v>
                </c:pt>
                <c:pt idx="2">
                  <c:v>291466.38666666672</c:v>
                </c:pt>
                <c:pt idx="3">
                  <c:v>238826.86</c:v>
                </c:pt>
                <c:pt idx="4">
                  <c:v>221623.62</c:v>
                </c:pt>
                <c:pt idx="5">
                  <c:v>280747.08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29-4036-867B-184A865405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264560"/>
        <c:axId val="556266480"/>
      </c:lineChart>
      <c:catAx>
        <c:axId val="556264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56266480"/>
        <c:crosses val="autoZero"/>
        <c:auto val="1"/>
        <c:lblAlgn val="ctr"/>
        <c:lblOffset val="100"/>
        <c:noMultiLvlLbl val="0"/>
      </c:catAx>
      <c:valAx>
        <c:axId val="556266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5626456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Inpact recurring revenue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Recurring!$B$3</c:f>
              <c:strCache>
                <c:ptCount val="1"/>
                <c:pt idx="0">
                  <c:v>Recurring actuals (normalized)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Recurring!$P$2:$AA$2</c:f>
              <c:strCache>
                <c:ptCount val="12"/>
                <c:pt idx="0">
                  <c:v> Per.1 </c:v>
                </c:pt>
                <c:pt idx="1">
                  <c:v> Per.2 </c:v>
                </c:pt>
                <c:pt idx="2">
                  <c:v> Per.3 </c:v>
                </c:pt>
                <c:pt idx="3">
                  <c:v> Per.4 </c:v>
                </c:pt>
                <c:pt idx="4">
                  <c:v> Per.5 </c:v>
                </c:pt>
                <c:pt idx="5">
                  <c:v> Per.6 </c:v>
                </c:pt>
                <c:pt idx="6">
                  <c:v> Per.7 </c:v>
                </c:pt>
                <c:pt idx="7">
                  <c:v> Per.8 </c:v>
                </c:pt>
                <c:pt idx="8">
                  <c:v> Per.9 </c:v>
                </c:pt>
                <c:pt idx="9">
                  <c:v> Per.10 </c:v>
                </c:pt>
                <c:pt idx="10">
                  <c:v> Per.11 </c:v>
                </c:pt>
                <c:pt idx="11">
                  <c:v> Per.12 </c:v>
                </c:pt>
              </c:strCache>
            </c:strRef>
          </c:cat>
          <c:val>
            <c:numRef>
              <c:f>Recurring!$P$3:$U$3</c:f>
              <c:numCache>
                <c:formatCode>_ * #,##0_ ;_ * \-#,##0_ ;_ * "-"??_ ;_ @_ </c:formatCode>
                <c:ptCount val="6"/>
                <c:pt idx="0">
                  <c:v>1133511.0466666669</c:v>
                </c:pt>
                <c:pt idx="1">
                  <c:v>1117605.9866666668</c:v>
                </c:pt>
                <c:pt idx="2">
                  <c:v>1093680.6766666668</c:v>
                </c:pt>
                <c:pt idx="3">
                  <c:v>1093739.69</c:v>
                </c:pt>
                <c:pt idx="4">
                  <c:v>1119698.81</c:v>
                </c:pt>
                <c:pt idx="5">
                  <c:v>1098353.7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1D-413D-A6F4-F4250BAF60CF}"/>
            </c:ext>
          </c:extLst>
        </c:ser>
        <c:ser>
          <c:idx val="1"/>
          <c:order val="1"/>
          <c:tx>
            <c:strRef>
              <c:f>Recurring!$B$4</c:f>
              <c:strCache>
                <c:ptCount val="1"/>
                <c:pt idx="0">
                  <c:v>Recurring Budget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Recurring!$P$2:$AA$2</c:f>
              <c:strCache>
                <c:ptCount val="12"/>
                <c:pt idx="0">
                  <c:v> Per.1 </c:v>
                </c:pt>
                <c:pt idx="1">
                  <c:v> Per.2 </c:v>
                </c:pt>
                <c:pt idx="2">
                  <c:v> Per.3 </c:v>
                </c:pt>
                <c:pt idx="3">
                  <c:v> Per.4 </c:v>
                </c:pt>
                <c:pt idx="4">
                  <c:v> Per.5 </c:v>
                </c:pt>
                <c:pt idx="5">
                  <c:v> Per.6 </c:v>
                </c:pt>
                <c:pt idx="6">
                  <c:v> Per.7 </c:v>
                </c:pt>
                <c:pt idx="7">
                  <c:v> Per.8 </c:v>
                </c:pt>
                <c:pt idx="8">
                  <c:v> Per.9 </c:v>
                </c:pt>
                <c:pt idx="9">
                  <c:v> Per.10 </c:v>
                </c:pt>
                <c:pt idx="10">
                  <c:v> Per.11 </c:v>
                </c:pt>
                <c:pt idx="11">
                  <c:v> Per.12 </c:v>
                </c:pt>
              </c:strCache>
            </c:strRef>
          </c:cat>
          <c:val>
            <c:numRef>
              <c:f>Recurring!$P$4:$AA$4</c:f>
              <c:numCache>
                <c:formatCode>_ * #,##0_ ;_ * \-#,##0_ ;_ * "-"??_ ;_ @_ </c:formatCode>
                <c:ptCount val="12"/>
                <c:pt idx="0">
                  <c:v>1108391.6666666667</c:v>
                </c:pt>
                <c:pt idx="1">
                  <c:v>1108391.6666666667</c:v>
                </c:pt>
                <c:pt idx="2">
                  <c:v>1108391.6666666667</c:v>
                </c:pt>
                <c:pt idx="3">
                  <c:v>1134787.5</c:v>
                </c:pt>
                <c:pt idx="4">
                  <c:v>1134787.5</c:v>
                </c:pt>
                <c:pt idx="5">
                  <c:v>1161183.3333333335</c:v>
                </c:pt>
                <c:pt idx="6">
                  <c:v>1161183.3333333335</c:v>
                </c:pt>
                <c:pt idx="7">
                  <c:v>1187579.1666666665</c:v>
                </c:pt>
                <c:pt idx="8">
                  <c:v>1187579.1666666665</c:v>
                </c:pt>
                <c:pt idx="9">
                  <c:v>1213975</c:v>
                </c:pt>
                <c:pt idx="10">
                  <c:v>1213975</c:v>
                </c:pt>
                <c:pt idx="11">
                  <c:v>1213975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1D-413D-A6F4-F4250BAF60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2783887"/>
        <c:axId val="1442788687"/>
      </c:lineChart>
      <c:catAx>
        <c:axId val="144278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442788687"/>
        <c:crosses val="autoZero"/>
        <c:auto val="1"/>
        <c:lblAlgn val="ctr"/>
        <c:lblOffset val="100"/>
        <c:noMultiLvlLbl val="0"/>
      </c:catAx>
      <c:valAx>
        <c:axId val="1442788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442783887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Debiteurenstand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Summary!$C$29</c:f>
              <c:strCache>
                <c:ptCount val="1"/>
                <c:pt idx="0">
                  <c:v>Openstaand bedrag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Summary!$B$30:$B$31</c:f>
              <c:strCache>
                <c:ptCount val="2"/>
                <c:pt idx="0">
                  <c:v>Lijst 31/03/2025</c:v>
                </c:pt>
                <c:pt idx="1">
                  <c:v>Lijst 09/07/2025</c:v>
                </c:pt>
              </c:strCache>
            </c:strRef>
          </c:cat>
          <c:val>
            <c:numRef>
              <c:f>Summary!$C$30:$C$31</c:f>
              <c:numCache>
                <c:formatCode>_ * #,##0_ ;_ * \-#,##0_ ;_ * "-"??_ ;_ @_ </c:formatCode>
                <c:ptCount val="2"/>
                <c:pt idx="0">
                  <c:v>2422.0672299999997</c:v>
                </c:pt>
                <c:pt idx="1">
                  <c:v>883.80268999999998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4B-4E82-8067-D114ECD16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0218016"/>
        <c:axId val="1180213216"/>
      </c:barChart>
      <c:lineChart>
        <c:grouping val="standard"/>
        <c:varyColors val="0"/>
        <c:ser>
          <c:idx val="1"/>
          <c:order val="1"/>
          <c:tx>
            <c:strRef>
              <c:f>Summary!$L$29</c:f>
              <c:strCache>
                <c:ptCount val="1"/>
                <c:pt idx="0">
                  <c:v>&gt;30 dagen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Summary!$B$30:$B$31</c:f>
              <c:strCache>
                <c:ptCount val="2"/>
                <c:pt idx="0">
                  <c:v>Lijst 31/03/2025</c:v>
                </c:pt>
                <c:pt idx="1">
                  <c:v>Lijst 09/07/2025</c:v>
                </c:pt>
              </c:strCache>
            </c:strRef>
          </c:cat>
          <c:val>
            <c:numRef>
              <c:f>Summary!$L$30:$L$31</c:f>
              <c:numCache>
                <c:formatCode>_ * #,##0_ ;_ * \-#,##0_ ;_ * "-"??_ ;_ @_ </c:formatCode>
                <c:ptCount val="2"/>
                <c:pt idx="0">
                  <c:v>1428.83961</c:v>
                </c:pt>
                <c:pt idx="1">
                  <c:v>586.80548999999996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4B-4E82-8067-D114ECD16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0218016"/>
        <c:axId val="1180213216"/>
      </c:lineChart>
      <c:catAx>
        <c:axId val="118021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180213216"/>
        <c:crosses val="autoZero"/>
        <c:auto val="1"/>
        <c:lblAlgn val="ctr"/>
        <c:lblOffset val="100"/>
        <c:noMultiLvlLbl val="0"/>
      </c:catAx>
      <c:valAx>
        <c:axId val="1180213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180218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Summary!$B$32</c:f>
              <c:strCache>
                <c:ptCount val="1"/>
                <c:pt idx="0">
                  <c:v>Verschil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(Summary!$C$29,Summary!$L$29)</c:f>
              <c:strCache>
                <c:ptCount val="2"/>
                <c:pt idx="0">
                  <c:v>Openstaand bedrag</c:v>
                </c:pt>
                <c:pt idx="1">
                  <c:v>&gt;30 dagen</c:v>
                </c:pt>
              </c:strCache>
            </c:strRef>
          </c:cat>
          <c:val>
            <c:numRef>
              <c:f>(Summary!$C$32,Summary!$L$32)</c:f>
              <c:numCache>
                <c:formatCode>_ * #,##0_ ;_ * \-#,##0_ ;_ * "-"??_ ;_ @_ </c:formatCode>
                <c:ptCount val="2"/>
                <c:pt idx="0">
                  <c:v>-1538.2645399999997</c:v>
                </c:pt>
                <c:pt idx="1">
                  <c:v>-842.03411999999992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BB-403F-BDBF-E5A50CD3E3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69592928"/>
        <c:axId val="269582368"/>
      </c:barChart>
      <c:catAx>
        <c:axId val="269592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69582368"/>
        <c:crosses val="autoZero"/>
        <c:auto val="1"/>
        <c:lblAlgn val="ctr"/>
        <c:lblOffset val="100"/>
        <c:noMultiLvlLbl val="0"/>
      </c:catAx>
      <c:valAx>
        <c:axId val="269582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69592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06355-5A65-4004-BE55-75AABDAB7C63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F7CD6-C8DA-442F-9D0C-D5028DFD310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924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7360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68AF-0288-CC88-C019-2BA9D7C4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F6FEF-BA5D-32F9-BC83-56DFBACD5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92F63-021A-69BD-6AEE-BDAC592E1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Intro verhaal:</a:t>
            </a:r>
          </a:p>
          <a:p>
            <a:pPr>
              <a:buNone/>
            </a:pPr>
            <a:r>
              <a:rPr lang="nl-NL" b="1"/>
              <a:t>De WHY die binnenkomt</a:t>
            </a:r>
          </a:p>
          <a:p>
            <a:pPr>
              <a:buNone/>
            </a:pPr>
            <a:r>
              <a:rPr lang="nl-NL"/>
              <a:t>✨ </a:t>
            </a:r>
            <a:r>
              <a:rPr lang="nl-NL" b="1"/>
              <a:t>Er zijn maar heel weinig momenten in je loopbaan waarop je weet: dit is er zo één.</a:t>
            </a:r>
            <a:endParaRPr lang="nl-NL"/>
          </a:p>
          <a:p>
            <a:pPr>
              <a:buNone/>
            </a:pPr>
            <a:r>
              <a:rPr lang="nl-NL"/>
              <a:t>Een moment waarop je voelt: </a:t>
            </a:r>
            <a:r>
              <a:rPr lang="nl-NL" b="1"/>
              <a:t>we gaan iets bouwen wat nooit eerder is gedaan.</a:t>
            </a:r>
            <a:endParaRPr lang="nl-NL"/>
          </a:p>
          <a:p>
            <a:pPr>
              <a:buNone/>
            </a:pPr>
            <a:r>
              <a:rPr lang="nl-NL"/>
              <a:t>We staan aan de vooravond van een unieke reis. Niet alleen als bedrijf, maar ook als mensen.</a:t>
            </a:r>
          </a:p>
          <a:p>
            <a:pPr>
              <a:buNone/>
            </a:pPr>
            <a:r>
              <a:rPr lang="nl-NL"/>
              <a:t>In 12 maanden veranderen we alles — </a:t>
            </a:r>
            <a:r>
              <a:rPr lang="nl-NL" b="1"/>
              <a:t>hoe we werken, wat we maken, en wat we klanten bieden</a:t>
            </a:r>
            <a:r>
              <a:rPr lang="nl-NL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0C833-EF15-F0EC-367F-88B9B6E09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8755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Intro verhaal:</a:t>
            </a:r>
          </a:p>
          <a:p>
            <a:pPr>
              <a:buNone/>
            </a:pPr>
            <a:r>
              <a:rPr lang="nl-NL" b="1"/>
              <a:t>De WHY die binnenkomt</a:t>
            </a:r>
          </a:p>
          <a:p>
            <a:pPr>
              <a:buNone/>
            </a:pPr>
            <a:r>
              <a:rPr lang="nl-NL"/>
              <a:t>✨ </a:t>
            </a:r>
            <a:r>
              <a:rPr lang="nl-NL" b="1"/>
              <a:t>Er zijn maar heel weinig momenten in je loopbaan waarop je weet: dit is er zo één.</a:t>
            </a:r>
            <a:endParaRPr lang="nl-NL"/>
          </a:p>
          <a:p>
            <a:pPr>
              <a:buNone/>
            </a:pPr>
            <a:r>
              <a:rPr lang="nl-NL"/>
              <a:t>Een moment waarop je voelt: </a:t>
            </a:r>
            <a:r>
              <a:rPr lang="nl-NL" b="1"/>
              <a:t>we gaan iets bouwen wat nooit eerder is gedaan.</a:t>
            </a:r>
            <a:endParaRPr lang="nl-NL"/>
          </a:p>
          <a:p>
            <a:pPr>
              <a:buNone/>
            </a:pPr>
            <a:r>
              <a:rPr lang="nl-NL"/>
              <a:t>We staan aan de vooravond van een unieke reis. Niet alleen als bedrijf, maar ook als mensen.</a:t>
            </a:r>
          </a:p>
          <a:p>
            <a:pPr>
              <a:buNone/>
            </a:pPr>
            <a:r>
              <a:rPr lang="nl-NL"/>
              <a:t>In 12 maanden veranderen we alles — </a:t>
            </a:r>
            <a:r>
              <a:rPr lang="nl-NL" b="1"/>
              <a:t>hoe we werken, wat we maken, en wat we klanten bieden</a:t>
            </a:r>
            <a:r>
              <a:rPr lang="nl-NL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9936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nl-NL" b="1"/>
              <a:t>1. AI Software Development Fabriek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Q3: eerste </a:t>
            </a:r>
            <a:r>
              <a:rPr lang="nl-NL" err="1"/>
              <a:t>DevOps</a:t>
            </a:r>
            <a:r>
              <a:rPr lang="nl-NL"/>
              <a:t>-lijnen actief.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12 maanden: alle productlijnen door AI geproduceerd.</a:t>
            </a:r>
          </a:p>
          <a:p>
            <a:pPr>
              <a:buNone/>
            </a:pPr>
            <a:r>
              <a:rPr lang="nl-NL" b="1"/>
              <a:t>2. AI Maintenance &amp; Control Fabriek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AI-onderhoud voor AWI Connect en RPA – snel, slim, schaalbaar.</a:t>
            </a:r>
          </a:p>
          <a:p>
            <a:pPr>
              <a:buNone/>
            </a:pPr>
            <a:r>
              <a:rPr lang="nl-NL" b="1"/>
              <a:t>3. Omscholingsprogramma op maat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Iedere </a:t>
            </a:r>
            <a:r>
              <a:rPr lang="nl-NL" err="1"/>
              <a:t>Inpacter</a:t>
            </a:r>
            <a:r>
              <a:rPr lang="nl-NL"/>
              <a:t> krijgt een persoonlijk AI-traject.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Binnen 12 maanden naar AI Expert-niveau.</a:t>
            </a:r>
          </a:p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154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22DA-56EE-6C28-3327-7C6FA30C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24EEE-4E8D-DA6B-CA08-9E6228FDE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2234D-FB2E-31B5-F511-BA6DDFE4D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52218-0D9B-FE3A-6F39-A3CD5980A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5307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3FC6-ED56-2B7E-19C5-91122E2F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E4083-21CE-DBB0-754F-74082272D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6E3B9-85A3-DC42-C98B-401A64CA8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nl-NL" b="1"/>
              <a:t>1</a:t>
            </a: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B2061-585F-5EFB-91BA-5112B5FC8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4196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7B2F-BDE6-01E9-26BB-F5038651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0B10E-650B-0760-DDEF-49E9F2D7E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C302D-9CC3-9386-5076-577BC3745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nl-NL" b="1"/>
              <a:t>1. AI Software Development Fabriek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Q3: eerste </a:t>
            </a:r>
            <a:r>
              <a:rPr lang="nl-NL" err="1"/>
              <a:t>DevOps</a:t>
            </a:r>
            <a:r>
              <a:rPr lang="nl-NL"/>
              <a:t>-lijnen actief.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12 maanden: alle productlijnen door AI geproduceerd.</a:t>
            </a:r>
          </a:p>
          <a:p>
            <a:pPr>
              <a:buNone/>
            </a:pPr>
            <a:r>
              <a:rPr lang="nl-NL" b="1"/>
              <a:t>2. AI Maintenance &amp; Control Fabriek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AI-onderhoud voor AWI Connect en RPA – snel, slim, schaalbaar.</a:t>
            </a:r>
          </a:p>
          <a:p>
            <a:pPr>
              <a:buNone/>
            </a:pPr>
            <a:r>
              <a:rPr lang="nl-NL" b="1"/>
              <a:t>3. Omscholingsprogramma op maat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Iedere </a:t>
            </a:r>
            <a:r>
              <a:rPr lang="nl-NL" err="1"/>
              <a:t>Inpacter</a:t>
            </a:r>
            <a:r>
              <a:rPr lang="nl-NL"/>
              <a:t> krijgt een persoonlijk AI-traject.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Binnen 12 maanden naar AI Expert-niveau.</a:t>
            </a:r>
          </a:p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72045-271E-7EE4-D0B6-9AEA0A05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189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Mn kwetsbaarheid tonen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181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19EEF-EACC-7874-ADC0-64721CD0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93A3F-D7C8-281F-2A23-ABE706066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66794-2944-14E0-C289-24AF2300F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Mn kwetsbaarheid tonen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E26AF-B7F5-C5DF-17AD-5341B0E20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4380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E7CB-1CD6-26D9-EE0F-DF464F1A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B88B6-0860-A857-56DB-2C9CF1FC8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5F23E-9130-8AD4-B475-A7FEE37E3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674F-AC9D-192B-C031-10E8CF980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F7CD6-C8DA-442F-9D0C-D5028DFD3107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0757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01F1AA80-13AD-AC24-128C-8D9EF7FE2229}"/>
              </a:ext>
            </a:extLst>
          </p:cNvPr>
          <p:cNvSpPr>
            <a:spLocks noChangeAspect="1"/>
          </p:cNvSpPr>
          <p:nvPr userDrawn="1"/>
        </p:nvSpPr>
        <p:spPr>
          <a:xfrm>
            <a:off x="-32825" y="-15558"/>
            <a:ext cx="12306270" cy="6912000"/>
          </a:xfrm>
          <a:custGeom>
            <a:avLst/>
            <a:gdLst/>
            <a:ahLst/>
            <a:cxnLst/>
            <a:rect l="l" t="t" r="r" b="b"/>
            <a:pathLst>
              <a:path w="18587591" h="10440030">
                <a:moveTo>
                  <a:pt x="0" y="0"/>
                </a:moveTo>
                <a:lnTo>
                  <a:pt x="18587590" y="0"/>
                </a:lnTo>
                <a:lnTo>
                  <a:pt x="18587590" y="10440030"/>
                </a:lnTo>
                <a:lnTo>
                  <a:pt x="0" y="1044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E13B9-DA9F-D401-A1A1-41F40C58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acaembu Bold" panose="020B0604020202020204" charset="0"/>
                <a:ea typeface="Pacaembu Bold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56BD8-CDFA-00A0-94D8-DE944394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941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F462FEBA-E470-AC52-8330-551EA7B4222A}"/>
              </a:ext>
            </a:extLst>
          </p:cNvPr>
          <p:cNvSpPr>
            <a:spLocks noChangeAspect="1"/>
          </p:cNvSpPr>
          <p:nvPr userDrawn="1"/>
        </p:nvSpPr>
        <p:spPr>
          <a:xfrm>
            <a:off x="-96143" y="-29024"/>
            <a:ext cx="12312000" cy="6915240"/>
          </a:xfrm>
          <a:custGeom>
            <a:avLst/>
            <a:gdLst/>
            <a:ahLst/>
            <a:cxnLst/>
            <a:rect l="l" t="t" r="r" b="b"/>
            <a:pathLst>
              <a:path w="18585883" h="10439071">
                <a:moveTo>
                  <a:pt x="0" y="0"/>
                </a:moveTo>
                <a:lnTo>
                  <a:pt x="18585883" y="0"/>
                </a:lnTo>
                <a:lnTo>
                  <a:pt x="18585883" y="10439071"/>
                </a:lnTo>
                <a:lnTo>
                  <a:pt x="0" y="1043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804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966C31B-F085-A9E9-D539-C0554D2DEDE8}"/>
              </a:ext>
            </a:extLst>
          </p:cNvPr>
          <p:cNvSpPr>
            <a:spLocks noChangeAspect="1"/>
          </p:cNvSpPr>
          <p:nvPr userDrawn="1"/>
        </p:nvSpPr>
        <p:spPr>
          <a:xfrm>
            <a:off x="-40417" y="-32083"/>
            <a:ext cx="12306231" cy="6912000"/>
          </a:xfrm>
          <a:custGeom>
            <a:avLst/>
            <a:gdLst/>
            <a:ahLst/>
            <a:cxnLst/>
            <a:rect l="l" t="t" r="r" b="b"/>
            <a:pathLst>
              <a:path w="18586645" h="10439499">
                <a:moveTo>
                  <a:pt x="0" y="0"/>
                </a:moveTo>
                <a:lnTo>
                  <a:pt x="18586644" y="0"/>
                </a:lnTo>
                <a:lnTo>
                  <a:pt x="18586644" y="10439498"/>
                </a:lnTo>
                <a:lnTo>
                  <a:pt x="0" y="1043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410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A118271C-7315-3760-792D-4B226C802E7A}"/>
              </a:ext>
            </a:extLst>
          </p:cNvPr>
          <p:cNvSpPr>
            <a:spLocks noChangeAspect="1"/>
          </p:cNvSpPr>
          <p:nvPr userDrawn="1"/>
        </p:nvSpPr>
        <p:spPr>
          <a:xfrm>
            <a:off x="-29177" y="-4875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30042" h="10423149">
                <a:moveTo>
                  <a:pt x="0" y="0"/>
                </a:moveTo>
                <a:lnTo>
                  <a:pt x="18530043" y="0"/>
                </a:lnTo>
                <a:lnTo>
                  <a:pt x="18530043" y="10423149"/>
                </a:lnTo>
                <a:lnTo>
                  <a:pt x="0" y="1042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" r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188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D4F56BBD-007C-B948-77A1-D6A8ADB90F2E}"/>
              </a:ext>
            </a:extLst>
          </p:cNvPr>
          <p:cNvSpPr>
            <a:spLocks noChangeAspect="1"/>
          </p:cNvSpPr>
          <p:nvPr userDrawn="1"/>
        </p:nvSpPr>
        <p:spPr>
          <a:xfrm>
            <a:off x="-32221" y="-5046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9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06A8B41A-00E9-0D6B-D1A1-E9E7E7B3A8A4}"/>
              </a:ext>
            </a:extLst>
          </p:cNvPr>
          <p:cNvSpPr>
            <a:spLocks noChangeAspect="1"/>
          </p:cNvSpPr>
          <p:nvPr userDrawn="1"/>
        </p:nvSpPr>
        <p:spPr>
          <a:xfrm>
            <a:off x="-34317" y="1761"/>
            <a:ext cx="12276000" cy="6905250"/>
          </a:xfrm>
          <a:custGeom>
            <a:avLst/>
            <a:gdLst/>
            <a:ahLst/>
            <a:cxnLst/>
            <a:rect l="l" t="t" r="r" b="b"/>
            <a:pathLst>
              <a:path w="18533500" h="10425094">
                <a:moveTo>
                  <a:pt x="0" y="0"/>
                </a:moveTo>
                <a:lnTo>
                  <a:pt x="18533501" y="0"/>
                </a:lnTo>
                <a:lnTo>
                  <a:pt x="18533501" y="10425094"/>
                </a:lnTo>
                <a:lnTo>
                  <a:pt x="0" y="10425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8" b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109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14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E5C8-7827-0A55-3A7C-AC641309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846AE-FF49-D7BD-BA08-5E03DFB8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17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acaembu Bold" panose="020B0604020202020204" charset="0"/>
          <a:ea typeface="Pacaembu Bold" panose="020B060402020202020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finnit.nl/nl/report?workspaceId=4399&amp;reportId=13118" TargetMode="External"/><Relationship Id="rId7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vgsilh.com/2196f3/image/149492.html" TargetMode="External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DAA6-E195-C147-698A-05DF4663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9F35C-04FF-71C5-140E-7B981F841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Inpact Board Meeting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A75D31C-F345-65A7-D29A-F68B8889B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46450"/>
          </a:xfrm>
        </p:spPr>
        <p:txBody>
          <a:bodyPr/>
          <a:lstStyle/>
          <a:p>
            <a:r>
              <a:rPr lang="nl-NL"/>
              <a:t>Jul - 2025</a:t>
            </a:r>
          </a:p>
        </p:txBody>
      </p:sp>
    </p:spTree>
    <p:extLst>
      <p:ext uri="{BB962C8B-B14F-4D97-AF65-F5344CB8AC3E}">
        <p14:creationId xmlns:p14="http://schemas.microsoft.com/office/powerpoint/2010/main" val="295457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4DBF-9CC1-23CB-D517-839A772C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C7CB8-73A7-65E3-A2AC-FB1E85F43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De Grote AI Versnelling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5A78370-FBDE-256E-CB85-7B6EA6864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46450"/>
          </a:xfrm>
        </p:spPr>
        <p:txBody>
          <a:bodyPr/>
          <a:lstStyle/>
          <a:p>
            <a:r>
              <a:rPr lang="nl-NL"/>
              <a:t>Q3 - 2025</a:t>
            </a:r>
          </a:p>
        </p:txBody>
      </p:sp>
    </p:spTree>
    <p:extLst>
      <p:ext uri="{BB962C8B-B14F-4D97-AF65-F5344CB8AC3E}">
        <p14:creationId xmlns:p14="http://schemas.microsoft.com/office/powerpoint/2010/main" val="126984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49F7-2B26-BE95-4019-8B9E6ED3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B5A7C-F92F-704D-094B-E569AFC2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137"/>
          </a:xfrm>
        </p:spPr>
        <p:txBody>
          <a:bodyPr/>
          <a:lstStyle/>
          <a:p>
            <a:pPr algn="ctr"/>
            <a:r>
              <a:rPr lang="nl-NL"/>
              <a:t>De Grote AI Versnelling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542B30B-30E2-78D7-B272-FD34FE6F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48" y="3759523"/>
            <a:ext cx="3743425" cy="1468084"/>
          </a:xfrm>
        </p:spPr>
        <p:txBody>
          <a:bodyPr>
            <a:normAutofit/>
          </a:bodyPr>
          <a:lstStyle/>
          <a:p>
            <a:pPr marL="355600" indent="-355600">
              <a:buClr>
                <a:srgbClr val="00B0F0"/>
              </a:buClr>
            </a:pPr>
            <a:r>
              <a:rPr lang="nl-NL"/>
              <a:t>Financiële update</a:t>
            </a:r>
            <a:br>
              <a:rPr lang="nl-NL"/>
            </a:br>
            <a:r>
              <a:rPr lang="nl-NL" sz="1500">
                <a:solidFill>
                  <a:srgbClr val="00B0F0"/>
                </a:solidFill>
              </a:rPr>
              <a:t>Jarno</a:t>
            </a:r>
            <a:endParaRPr lang="nl-NL" sz="1700">
              <a:solidFill>
                <a:srgbClr val="00B0F0"/>
              </a:solidFill>
            </a:endParaRPr>
          </a:p>
          <a:p>
            <a:pPr marL="355600" indent="-355600">
              <a:buNone/>
              <a:tabLst>
                <a:tab pos="355600" algn="l"/>
              </a:tabLst>
            </a:pPr>
            <a:r>
              <a:rPr lang="nl-NL" sz="1700"/>
              <a:t>	Terugblik en vooruitblik op de cijfers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5EFA0901-4346-DC1A-9C20-DE72841D0C1D}"/>
              </a:ext>
            </a:extLst>
          </p:cNvPr>
          <p:cNvSpPr txBox="1">
            <a:spLocks/>
          </p:cNvSpPr>
          <p:nvPr/>
        </p:nvSpPr>
        <p:spPr>
          <a:xfrm>
            <a:off x="4834070" y="3754135"/>
            <a:ext cx="3810802" cy="1851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buClr>
                <a:srgbClr val="00B0F0"/>
              </a:buClr>
            </a:pPr>
            <a:r>
              <a:rPr lang="nl-NL"/>
              <a:t>Commercieel</a:t>
            </a:r>
            <a:br>
              <a:rPr lang="nl-NL"/>
            </a:br>
            <a:r>
              <a:rPr lang="nl-NL" sz="1400">
                <a:solidFill>
                  <a:srgbClr val="00B0F0"/>
                </a:solidFill>
              </a:rPr>
              <a:t>Manon</a:t>
            </a:r>
            <a:endParaRPr lang="nl-NL" sz="1600"/>
          </a:p>
          <a:p>
            <a:pPr marL="355600" indent="-355600">
              <a:buFont typeface="Arial" panose="020B0604020202020204" pitchFamily="34" charset="0"/>
              <a:buNone/>
              <a:tabLst>
                <a:tab pos="355600" algn="l"/>
              </a:tabLst>
            </a:pPr>
            <a:r>
              <a:rPr lang="nl-NL" sz="1600"/>
              <a:t>	Q2 Mooie Prestaties</a:t>
            </a:r>
            <a:br>
              <a:rPr lang="nl-NL" sz="1600"/>
            </a:br>
            <a:r>
              <a:rPr lang="nl-NL" sz="1600"/>
              <a:t>Markt/Klant/Partners/Omzet</a:t>
            </a:r>
            <a:br>
              <a:rPr lang="nl-NL" sz="1600"/>
            </a:br>
            <a:r>
              <a:rPr lang="nl-NL" sz="1600"/>
              <a:t>/</a:t>
            </a:r>
            <a:r>
              <a:rPr lang="nl-NL" sz="1600" err="1"/>
              <a:t>Funnel</a:t>
            </a:r>
            <a:endParaRPr lang="nl-NL" sz="160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5D7DC27F-CBBF-D3F2-8576-926BF91D4AA4}"/>
              </a:ext>
            </a:extLst>
          </p:cNvPr>
          <p:cNvSpPr txBox="1">
            <a:spLocks/>
          </p:cNvSpPr>
          <p:nvPr/>
        </p:nvSpPr>
        <p:spPr>
          <a:xfrm>
            <a:off x="1460783" y="1987202"/>
            <a:ext cx="3743425" cy="12482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buClr>
                <a:srgbClr val="00B0F0"/>
              </a:buClr>
            </a:pPr>
            <a:r>
              <a:rPr lang="nl-NL"/>
              <a:t>AI 1st Strategie</a:t>
            </a:r>
            <a:br>
              <a:rPr lang="nl-NL"/>
            </a:br>
            <a:r>
              <a:rPr lang="nl-NL" sz="1600">
                <a:solidFill>
                  <a:srgbClr val="00B0F0"/>
                </a:solidFill>
              </a:rPr>
              <a:t>Thom</a:t>
            </a:r>
            <a:endParaRPr lang="nl-NL" sz="1700">
              <a:solidFill>
                <a:srgbClr val="00B0F0"/>
              </a:solidFill>
            </a:endParaRPr>
          </a:p>
          <a:p>
            <a:pPr marL="355600" indent="-355600">
              <a:buFont typeface="Arial" panose="020B0604020202020204" pitchFamily="34" charset="0"/>
              <a:buNone/>
              <a:tabLst>
                <a:tab pos="355600" algn="l"/>
              </a:tabLst>
            </a:pPr>
            <a:r>
              <a:rPr lang="nl-NL" sz="1700"/>
              <a:t>	Q2 Awareness Q3 Start grote versnelling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A3351D04-9E03-9F98-E1EB-FDE611A3CA6C}"/>
              </a:ext>
            </a:extLst>
          </p:cNvPr>
          <p:cNvSpPr txBox="1">
            <a:spLocks/>
          </p:cNvSpPr>
          <p:nvPr/>
        </p:nvSpPr>
        <p:spPr>
          <a:xfrm>
            <a:off x="6962033" y="1987202"/>
            <a:ext cx="3743425" cy="1851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buClr>
                <a:srgbClr val="00B0F0"/>
              </a:buClr>
            </a:pPr>
            <a:r>
              <a:rPr lang="nl-NL" sz="2600"/>
              <a:t>Product update</a:t>
            </a:r>
            <a:br>
              <a:rPr lang="nl-NL"/>
            </a:br>
            <a:r>
              <a:rPr lang="nl-NL" sz="1400">
                <a:solidFill>
                  <a:srgbClr val="00B0F0"/>
                </a:solidFill>
              </a:rPr>
              <a:t>Paul </a:t>
            </a:r>
            <a:endParaRPr lang="nl-NL" sz="1600"/>
          </a:p>
          <a:p>
            <a:pPr marL="355600" indent="-355600">
              <a:buFont typeface="Arial" panose="020B0604020202020204" pitchFamily="34" charset="0"/>
              <a:buNone/>
              <a:tabLst>
                <a:tab pos="355600" algn="l"/>
              </a:tabLst>
            </a:pPr>
            <a:r>
              <a:rPr lang="nl-NL" sz="1600"/>
              <a:t>	Met AI sneller naar beter resultaat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82DECEB9-8747-0F78-2FA4-155AD378A924}"/>
              </a:ext>
            </a:extLst>
          </p:cNvPr>
          <p:cNvSpPr txBox="1">
            <a:spLocks/>
          </p:cNvSpPr>
          <p:nvPr/>
        </p:nvSpPr>
        <p:spPr>
          <a:xfrm>
            <a:off x="8414116" y="3754135"/>
            <a:ext cx="3743425" cy="1851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buClr>
                <a:srgbClr val="00B0F0"/>
              </a:buClr>
            </a:pPr>
            <a:r>
              <a:rPr lang="nl-NL"/>
              <a:t>WVVTK</a:t>
            </a:r>
            <a:br>
              <a:rPr lang="nl-NL"/>
            </a:br>
            <a:r>
              <a:rPr lang="nl-NL" sz="1600">
                <a:solidFill>
                  <a:srgbClr val="00B0F0"/>
                </a:solidFill>
              </a:rPr>
              <a:t>Iedereen</a:t>
            </a:r>
            <a:endParaRPr lang="nl-NL" sz="160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8CA25CD6-3748-D3CA-55A1-48CDBB1EBFC0}"/>
              </a:ext>
            </a:extLst>
          </p:cNvPr>
          <p:cNvCxnSpPr>
            <a:cxnSpLocks/>
          </p:cNvCxnSpPr>
          <p:nvPr/>
        </p:nvCxnSpPr>
        <p:spPr>
          <a:xfrm>
            <a:off x="-126473" y="3315909"/>
            <a:ext cx="12318473" cy="5224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ep 13">
            <a:extLst>
              <a:ext uri="{FF2B5EF4-FFF2-40B4-BE49-F238E27FC236}">
                <a16:creationId xmlns:a16="http://schemas.microsoft.com/office/drawing/2014/main" id="{96612DB7-4102-8CA6-4625-936528996A52}"/>
              </a:ext>
            </a:extLst>
          </p:cNvPr>
          <p:cNvGrpSpPr/>
          <p:nvPr/>
        </p:nvGrpSpPr>
        <p:grpSpPr>
          <a:xfrm>
            <a:off x="1523184" y="2067681"/>
            <a:ext cx="233254" cy="1248228"/>
            <a:chOff x="2102083" y="3166843"/>
            <a:chExt cx="144379" cy="813486"/>
          </a:xfrm>
        </p:grpSpPr>
        <p:cxnSp>
          <p:nvCxnSpPr>
            <p:cNvPr id="11" name="Rechte verbindingslijn 9">
              <a:extLst>
                <a:ext uri="{FF2B5EF4-FFF2-40B4-BE49-F238E27FC236}">
                  <a16:creationId xmlns:a16="http://schemas.microsoft.com/office/drawing/2014/main" id="{E04E98C0-35F3-6BF9-B97B-FBD853931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459" y="3299012"/>
              <a:ext cx="0" cy="681317"/>
            </a:xfrm>
            <a:prstGeom prst="line">
              <a:avLst/>
            </a:prstGeom>
            <a:ln w="12700" cap="rnd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al 12">
              <a:extLst>
                <a:ext uri="{FF2B5EF4-FFF2-40B4-BE49-F238E27FC236}">
                  <a16:creationId xmlns:a16="http://schemas.microsoft.com/office/drawing/2014/main" id="{3D496BB7-B2A2-EAA6-5966-1FA5728C99C1}"/>
                </a:ext>
              </a:extLst>
            </p:cNvPr>
            <p:cNvSpPr/>
            <p:nvPr/>
          </p:nvSpPr>
          <p:spPr>
            <a:xfrm>
              <a:off x="2102083" y="3166843"/>
              <a:ext cx="144379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" name="Groep 13">
            <a:extLst>
              <a:ext uri="{FF2B5EF4-FFF2-40B4-BE49-F238E27FC236}">
                <a16:creationId xmlns:a16="http://schemas.microsoft.com/office/drawing/2014/main" id="{3EE0A493-B07F-0587-4BD9-774B3BA79E81}"/>
              </a:ext>
            </a:extLst>
          </p:cNvPr>
          <p:cNvGrpSpPr/>
          <p:nvPr/>
        </p:nvGrpSpPr>
        <p:grpSpPr>
          <a:xfrm>
            <a:off x="6969809" y="2076674"/>
            <a:ext cx="233254" cy="1248228"/>
            <a:chOff x="2102083" y="3166843"/>
            <a:chExt cx="144379" cy="813486"/>
          </a:xfrm>
        </p:grpSpPr>
        <p:cxnSp>
          <p:nvCxnSpPr>
            <p:cNvPr id="14" name="Rechte verbindingslijn 9">
              <a:extLst>
                <a:ext uri="{FF2B5EF4-FFF2-40B4-BE49-F238E27FC236}">
                  <a16:creationId xmlns:a16="http://schemas.microsoft.com/office/drawing/2014/main" id="{D643B82E-E800-8592-71E1-DAC9B081CE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459" y="3299012"/>
              <a:ext cx="0" cy="681317"/>
            </a:xfrm>
            <a:prstGeom prst="line">
              <a:avLst/>
            </a:prstGeom>
            <a:ln w="12700" cap="rnd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al 12">
              <a:extLst>
                <a:ext uri="{FF2B5EF4-FFF2-40B4-BE49-F238E27FC236}">
                  <a16:creationId xmlns:a16="http://schemas.microsoft.com/office/drawing/2014/main" id="{DA4AA2E9-AB90-EE9A-E2EB-24F9F6D216EF}"/>
                </a:ext>
              </a:extLst>
            </p:cNvPr>
            <p:cNvSpPr/>
            <p:nvPr/>
          </p:nvSpPr>
          <p:spPr>
            <a:xfrm>
              <a:off x="2102083" y="3166843"/>
              <a:ext cx="144379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9" name="Groep 13">
            <a:extLst>
              <a:ext uri="{FF2B5EF4-FFF2-40B4-BE49-F238E27FC236}">
                <a16:creationId xmlns:a16="http://schemas.microsoft.com/office/drawing/2014/main" id="{C29552CC-D016-2B1A-1D3B-BED1F2CC3C41}"/>
              </a:ext>
            </a:extLst>
          </p:cNvPr>
          <p:cNvGrpSpPr/>
          <p:nvPr/>
        </p:nvGrpSpPr>
        <p:grpSpPr>
          <a:xfrm rot="10800000">
            <a:off x="4901447" y="3342029"/>
            <a:ext cx="160999" cy="691122"/>
            <a:chOff x="2102083" y="3166843"/>
            <a:chExt cx="144379" cy="813486"/>
          </a:xfrm>
        </p:grpSpPr>
        <p:cxnSp>
          <p:nvCxnSpPr>
            <p:cNvPr id="20" name="Rechte verbindingslijn 9">
              <a:extLst>
                <a:ext uri="{FF2B5EF4-FFF2-40B4-BE49-F238E27FC236}">
                  <a16:creationId xmlns:a16="http://schemas.microsoft.com/office/drawing/2014/main" id="{792BA428-A822-BDFC-EF63-86219C6CF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459" y="3299012"/>
              <a:ext cx="0" cy="681317"/>
            </a:xfrm>
            <a:prstGeom prst="line">
              <a:avLst/>
            </a:prstGeom>
            <a:ln w="12700" cap="rnd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al 12">
              <a:extLst>
                <a:ext uri="{FF2B5EF4-FFF2-40B4-BE49-F238E27FC236}">
                  <a16:creationId xmlns:a16="http://schemas.microsoft.com/office/drawing/2014/main" id="{85725073-327D-B9FD-E6A1-E363B2675ED6}"/>
                </a:ext>
              </a:extLst>
            </p:cNvPr>
            <p:cNvSpPr/>
            <p:nvPr/>
          </p:nvSpPr>
          <p:spPr>
            <a:xfrm>
              <a:off x="2102083" y="3166843"/>
              <a:ext cx="144379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2" name="Groep 13">
            <a:extLst>
              <a:ext uri="{FF2B5EF4-FFF2-40B4-BE49-F238E27FC236}">
                <a16:creationId xmlns:a16="http://schemas.microsoft.com/office/drawing/2014/main" id="{126A8CF7-FEAE-C877-523B-0EE14B82CD74}"/>
              </a:ext>
            </a:extLst>
          </p:cNvPr>
          <p:cNvGrpSpPr/>
          <p:nvPr/>
        </p:nvGrpSpPr>
        <p:grpSpPr>
          <a:xfrm rot="10800000">
            <a:off x="8481493" y="3338699"/>
            <a:ext cx="160999" cy="691122"/>
            <a:chOff x="2102083" y="3166843"/>
            <a:chExt cx="144379" cy="813486"/>
          </a:xfrm>
        </p:grpSpPr>
        <p:cxnSp>
          <p:nvCxnSpPr>
            <p:cNvPr id="23" name="Rechte verbindingslijn 9">
              <a:extLst>
                <a:ext uri="{FF2B5EF4-FFF2-40B4-BE49-F238E27FC236}">
                  <a16:creationId xmlns:a16="http://schemas.microsoft.com/office/drawing/2014/main" id="{BA931F54-7715-8B69-94EE-0CC06A791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459" y="3299012"/>
              <a:ext cx="0" cy="681317"/>
            </a:xfrm>
            <a:prstGeom prst="line">
              <a:avLst/>
            </a:prstGeom>
            <a:ln w="12700" cap="rnd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al 12">
              <a:extLst>
                <a:ext uri="{FF2B5EF4-FFF2-40B4-BE49-F238E27FC236}">
                  <a16:creationId xmlns:a16="http://schemas.microsoft.com/office/drawing/2014/main" id="{7D339A45-8B97-D2E3-AEA4-0123673E694F}"/>
                </a:ext>
              </a:extLst>
            </p:cNvPr>
            <p:cNvSpPr/>
            <p:nvPr/>
          </p:nvSpPr>
          <p:spPr>
            <a:xfrm>
              <a:off x="2102083" y="3166843"/>
              <a:ext cx="144379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5" name="Groep 13">
            <a:extLst>
              <a:ext uri="{FF2B5EF4-FFF2-40B4-BE49-F238E27FC236}">
                <a16:creationId xmlns:a16="http://schemas.microsoft.com/office/drawing/2014/main" id="{840FBCD9-D46E-3022-3C55-012A6AC179E8}"/>
              </a:ext>
            </a:extLst>
          </p:cNvPr>
          <p:cNvGrpSpPr/>
          <p:nvPr/>
        </p:nvGrpSpPr>
        <p:grpSpPr>
          <a:xfrm rot="10800000">
            <a:off x="277932" y="3329979"/>
            <a:ext cx="160999" cy="691122"/>
            <a:chOff x="2102083" y="3166843"/>
            <a:chExt cx="144379" cy="813486"/>
          </a:xfrm>
        </p:grpSpPr>
        <p:cxnSp>
          <p:nvCxnSpPr>
            <p:cNvPr id="26" name="Rechte verbindingslijn 9">
              <a:extLst>
                <a:ext uri="{FF2B5EF4-FFF2-40B4-BE49-F238E27FC236}">
                  <a16:creationId xmlns:a16="http://schemas.microsoft.com/office/drawing/2014/main" id="{F9762454-3372-18D3-F39F-40D8C757B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459" y="3299012"/>
              <a:ext cx="0" cy="681317"/>
            </a:xfrm>
            <a:prstGeom prst="line">
              <a:avLst/>
            </a:prstGeom>
            <a:ln w="12700" cap="rnd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al 12">
              <a:extLst>
                <a:ext uri="{FF2B5EF4-FFF2-40B4-BE49-F238E27FC236}">
                  <a16:creationId xmlns:a16="http://schemas.microsoft.com/office/drawing/2014/main" id="{8BE280E3-38EA-BF5F-9D92-1478D1D5E257}"/>
                </a:ext>
              </a:extLst>
            </p:cNvPr>
            <p:cNvSpPr/>
            <p:nvPr/>
          </p:nvSpPr>
          <p:spPr>
            <a:xfrm>
              <a:off x="2102083" y="3166843"/>
              <a:ext cx="144379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94291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EB3A-AAA6-B508-1A9C-9986A0573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A6DD9-1F97-03C2-00F1-C52B9F298E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Financiële update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1626686-5E2C-022A-90E6-4E0AB3E64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46450"/>
          </a:xfrm>
        </p:spPr>
        <p:txBody>
          <a:bodyPr/>
          <a:lstStyle/>
          <a:p>
            <a:r>
              <a:rPr lang="nl-NL" sz="2400"/>
              <a:t>korte terugblik en vooruitblik op de cijfers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118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105" y="-45707"/>
            <a:ext cx="12353361" cy="6948766"/>
          </a:xfrm>
          <a:custGeom>
            <a:avLst/>
            <a:gdLst/>
            <a:ahLst/>
            <a:cxnLst/>
            <a:rect l="l" t="t" r="r" b="b"/>
            <a:pathLst>
              <a:path w="18530042" h="10423149">
                <a:moveTo>
                  <a:pt x="0" y="0"/>
                </a:moveTo>
                <a:lnTo>
                  <a:pt x="18530043" y="0"/>
                </a:lnTo>
                <a:lnTo>
                  <a:pt x="18530043" y="10423149"/>
                </a:lnTo>
                <a:lnTo>
                  <a:pt x="0" y="1042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" r="-148"/>
            </a:stretch>
          </a:blipFill>
        </p:spPr>
        <p:txBody>
          <a:bodyPr/>
          <a:lstStyle/>
          <a:p>
            <a:endParaRPr lang="en-NL" sz="1200"/>
          </a:p>
        </p:txBody>
      </p:sp>
      <p:sp>
        <p:nvSpPr>
          <p:cNvPr id="3" name="TextBox 3"/>
          <p:cNvSpPr txBox="1"/>
          <p:nvPr/>
        </p:nvSpPr>
        <p:spPr>
          <a:xfrm>
            <a:off x="685800" y="622300"/>
            <a:ext cx="7743095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6"/>
              </a:lnSpc>
            </a:pPr>
            <a:r>
              <a:rPr lang="en-US" sz="3333" b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Inpact Financial update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400133"/>
            <a:ext cx="9118600" cy="1692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  <a:spcBef>
                <a:spcPct val="0"/>
              </a:spcBef>
            </a:pPr>
            <a:r>
              <a:rPr lang="en-US" sz="1300" b="1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Financieel</a:t>
            </a:r>
            <a:r>
              <a:rPr lang="en-US" sz="1300" b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								</a:t>
            </a: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Resultaten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t/m Juni 						</a:t>
            </a:r>
            <a:endParaRPr lang="en-US" sz="1300">
              <a:solidFill>
                <a:srgbClr val="202A44"/>
              </a:solidFill>
              <a:latin typeface="Poppins"/>
              <a:ea typeface="Poppins"/>
              <a:cs typeface="Poppins"/>
            </a:endParaRP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+46k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omzet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correctie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bij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Infofolio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(dec-24 tm mei-25) -&gt;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d.m.v.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ingevoerde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"controls"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achterhaald</a:t>
            </a:r>
            <a:endParaRPr lang="en-US" sz="1300">
              <a:solidFill>
                <a:srgbClr val="202A44"/>
              </a:solidFill>
              <a:latin typeface="Poppins"/>
              <a:ea typeface="Poppins"/>
              <a:cs typeface="Poppins"/>
            </a:endParaRP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+75k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Vennootschapsbelasting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correctie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2024 (79k 2023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nog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ontvangen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lang="en-US" sz="1300">
              <a:solidFill>
                <a:srgbClr val="202A44"/>
              </a:solidFill>
              <a:latin typeface="Poppins"/>
              <a:ea typeface="Poppins"/>
              <a:cs typeface="Poppins"/>
            </a:endParaRP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Verder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geen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bijzonderheden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alleen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meer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inhuur</a:t>
            </a: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vs budget)</a:t>
            </a: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00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Controller per 1-9</a:t>
            </a:r>
            <a:endParaRPr lang="en-US" sz="1300">
              <a:solidFill>
                <a:srgbClr val="202A44"/>
              </a:solidFill>
              <a:latin typeface="Poppins"/>
              <a:ea typeface="Poppins"/>
              <a:cs typeface="Poppins"/>
            </a:endParaRPr>
          </a:p>
          <a:p>
            <a:pPr marL="228600" indent="-228600">
              <a:lnSpc>
                <a:spcPts val="1867"/>
              </a:lnSpc>
              <a:spcBef>
                <a:spcPct val="0"/>
              </a:spcBef>
              <a:buFontTx/>
              <a:buChar char="-"/>
            </a:pPr>
            <a:endParaRPr lang="en-US" sz="1333">
              <a:solidFill>
                <a:srgbClr val="202A44"/>
              </a:solidFill>
              <a:latin typeface="Poppins"/>
              <a:ea typeface="Poppins"/>
              <a:cs typeface="Poppin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E6C3092-5CE7-CF2D-17DE-8A933DB5E8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081460"/>
              </p:ext>
            </p:extLst>
          </p:nvPr>
        </p:nvGraphicFramePr>
        <p:xfrm>
          <a:off x="5558921" y="2968904"/>
          <a:ext cx="3626901" cy="2995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1033824-5D57-4778-84E8-D96E59077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9749949"/>
              </p:ext>
            </p:extLst>
          </p:nvPr>
        </p:nvGraphicFramePr>
        <p:xfrm>
          <a:off x="1481989" y="2968904"/>
          <a:ext cx="3381432" cy="2995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071" y="-42789"/>
            <a:ext cx="12344141" cy="6943579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r>
              <a:rPr lang="nl-NL" sz="1200" err="1">
                <a:hlinkClick r:id="rId3"/>
              </a:rPr>
              <a:t>finnit</a:t>
            </a:r>
            <a:r>
              <a:rPr lang="nl-NL" sz="1200">
                <a:hlinkClick r:id="rId3"/>
              </a:rPr>
              <a:t> - Dashboard Portal</a:t>
            </a:r>
            <a:endParaRPr lang="en-NL" sz="1200"/>
          </a:p>
        </p:txBody>
      </p:sp>
      <p:sp>
        <p:nvSpPr>
          <p:cNvPr id="3" name="TextBox 3"/>
          <p:cNvSpPr txBox="1"/>
          <p:nvPr/>
        </p:nvSpPr>
        <p:spPr>
          <a:xfrm>
            <a:off x="685800" y="622300"/>
            <a:ext cx="7573161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6"/>
              </a:lnSpc>
            </a:pPr>
            <a:r>
              <a:rPr lang="en-US" sz="3333" b="1" err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Cijfers</a:t>
            </a:r>
            <a:r>
              <a:rPr lang="en-US" sz="3333" b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 t/m </a:t>
            </a:r>
            <a:r>
              <a:rPr lang="en-US" sz="3333" b="1" err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april</a:t>
            </a:r>
            <a:endParaRPr lang="en-US" sz="3333" b="1">
              <a:solidFill>
                <a:srgbClr val="202A44"/>
              </a:solidFill>
              <a:latin typeface="Pacaembu Bold"/>
              <a:ea typeface="Pacaembu Bold"/>
              <a:cs typeface="Pacaembu Bold"/>
              <a:sym typeface="Pacaembu Bold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C5C6D17-E26C-FAAC-691B-A465DA7DDAA4}"/>
              </a:ext>
            </a:extLst>
          </p:cNvPr>
          <p:cNvGraphicFramePr>
            <a:graphicFrameLocks/>
          </p:cNvGraphicFramePr>
          <p:nvPr/>
        </p:nvGraphicFramePr>
        <p:xfrm>
          <a:off x="607407" y="1422582"/>
          <a:ext cx="4909692" cy="2075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2EDC653-F1FF-5C04-4551-D8E72C31D452}"/>
              </a:ext>
            </a:extLst>
          </p:cNvPr>
          <p:cNvGraphicFramePr>
            <a:graphicFrameLocks/>
          </p:cNvGraphicFramePr>
          <p:nvPr/>
        </p:nvGraphicFramePr>
        <p:xfrm>
          <a:off x="607407" y="3834668"/>
          <a:ext cx="4909691" cy="2182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828CAAE-B847-958E-954A-4DFBA14BC811}"/>
              </a:ext>
            </a:extLst>
          </p:cNvPr>
          <p:cNvGraphicFramePr>
            <a:graphicFrameLocks/>
          </p:cNvGraphicFramePr>
          <p:nvPr/>
        </p:nvGraphicFramePr>
        <p:xfrm>
          <a:off x="5957922" y="1422582"/>
          <a:ext cx="4404783" cy="2250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9DE6CD7-D453-8B79-3A51-A92EEE58E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922" y="3925508"/>
            <a:ext cx="5503333" cy="14816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4D24-BDE2-F0DE-FE56-AB1648C0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ADC45F-731B-EEDC-B32F-9FAC6D14159E}"/>
              </a:ext>
            </a:extLst>
          </p:cNvPr>
          <p:cNvSpPr/>
          <p:nvPr/>
        </p:nvSpPr>
        <p:spPr>
          <a:xfrm>
            <a:off x="-76071" y="-42789"/>
            <a:ext cx="12344141" cy="6943579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 sz="120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2DCC9C-9BC8-0345-2B17-EE685008F525}"/>
              </a:ext>
            </a:extLst>
          </p:cNvPr>
          <p:cNvSpPr txBox="1"/>
          <p:nvPr/>
        </p:nvSpPr>
        <p:spPr>
          <a:xfrm>
            <a:off x="685800" y="622300"/>
            <a:ext cx="7573161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6"/>
              </a:lnSpc>
            </a:pPr>
            <a:r>
              <a:rPr lang="en-US" sz="3333" b="1" err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Debiteuren</a:t>
            </a:r>
            <a:endParaRPr lang="en-US" sz="3333" b="1">
              <a:solidFill>
                <a:srgbClr val="202A44"/>
              </a:solidFill>
              <a:latin typeface="Pacaembu Bold"/>
              <a:ea typeface="Pacaembu Bold"/>
              <a:cs typeface="Pacaembu Bold"/>
              <a:sym typeface="Pacaembu Bold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82E038B-3A73-78AB-6A72-87DC77A52A26}"/>
              </a:ext>
            </a:extLst>
          </p:cNvPr>
          <p:cNvGraphicFramePr>
            <a:graphicFrameLocks/>
          </p:cNvGraphicFramePr>
          <p:nvPr/>
        </p:nvGraphicFramePr>
        <p:xfrm>
          <a:off x="842038" y="1475678"/>
          <a:ext cx="5074152" cy="3528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173FD63-4BD0-0079-AB4B-6225A2096FB9}"/>
              </a:ext>
            </a:extLst>
          </p:cNvPr>
          <p:cNvGraphicFramePr>
            <a:graphicFrameLocks/>
          </p:cNvGraphicFramePr>
          <p:nvPr/>
        </p:nvGraphicFramePr>
        <p:xfrm>
          <a:off x="6227569" y="1475678"/>
          <a:ext cx="5302204" cy="3528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1286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642C-798F-530D-A5D7-6D33AAFA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AD189F-7A81-0D77-E1F8-4091A466B1CD}"/>
              </a:ext>
            </a:extLst>
          </p:cNvPr>
          <p:cNvSpPr/>
          <p:nvPr/>
        </p:nvSpPr>
        <p:spPr>
          <a:xfrm>
            <a:off x="-76071" y="-42789"/>
            <a:ext cx="12344141" cy="6943579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 sz="120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BFAF18-AC19-2581-90D6-B00AF7C218E2}"/>
              </a:ext>
            </a:extLst>
          </p:cNvPr>
          <p:cNvSpPr txBox="1"/>
          <p:nvPr/>
        </p:nvSpPr>
        <p:spPr>
          <a:xfrm>
            <a:off x="549847" y="156843"/>
            <a:ext cx="9659857" cy="549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6"/>
              </a:lnSpc>
            </a:pPr>
            <a:r>
              <a:rPr lang="en-US" sz="3333" b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Status Financiering - </a:t>
            </a:r>
            <a:r>
              <a:rPr lang="en-US" sz="3333" b="1" err="1">
                <a:solidFill>
                  <a:srgbClr val="202A44"/>
                </a:solidFill>
                <a:latin typeface="Pacaembu Bold"/>
                <a:ea typeface="Pacaembu Bold"/>
                <a:cs typeface="Pacaembu Bold"/>
                <a:sym typeface="Pacaembu Bold"/>
              </a:rPr>
              <a:t>Liquiditeitsforecast</a:t>
            </a:r>
            <a:endParaRPr lang="en-US" sz="3333" b="1">
              <a:solidFill>
                <a:srgbClr val="202A44"/>
              </a:solidFill>
              <a:latin typeface="Pacaembu Bold"/>
              <a:ea typeface="Pacaembu Bold"/>
              <a:cs typeface="Pacaembu Bold"/>
              <a:sym typeface="Pacaembu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6B6CE-E00C-0194-68FF-49DC079F5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47" y="1505734"/>
            <a:ext cx="7750977" cy="2344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FC079-E113-3A50-907B-B8AD92CE7F8D}"/>
              </a:ext>
            </a:extLst>
          </p:cNvPr>
          <p:cNvSpPr txBox="1"/>
          <p:nvPr/>
        </p:nvSpPr>
        <p:spPr>
          <a:xfrm>
            <a:off x="549847" y="903848"/>
            <a:ext cx="9118600" cy="717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  <a:spcBef>
                <a:spcPct val="0"/>
              </a:spcBef>
            </a:pPr>
            <a:r>
              <a:rPr lang="en-US" sz="1333" b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Base case</a:t>
            </a:r>
          </a:p>
          <a:p>
            <a:pPr marL="228611" indent="-228611">
              <a:lnSpc>
                <a:spcPts val="1867"/>
              </a:lnSpc>
              <a:spcBef>
                <a:spcPct val="0"/>
              </a:spcBef>
              <a:buFontTx/>
              <a:buChar char="-"/>
            </a:pPr>
            <a:r>
              <a:rPr lang="en-US" sz="1333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Op basis van </a:t>
            </a:r>
            <a:r>
              <a:rPr lang="en-US" sz="1333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huidige</a:t>
            </a:r>
            <a:r>
              <a:rPr lang="en-US" sz="1333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business – incl. 900k </a:t>
            </a:r>
            <a:r>
              <a:rPr lang="en-US" sz="1333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aflossing</a:t>
            </a:r>
            <a:r>
              <a:rPr lang="en-US" sz="1333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33" err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cum.pref</a:t>
            </a:r>
            <a:r>
              <a:rPr lang="en-US" sz="1333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 / Thome</a:t>
            </a:r>
          </a:p>
          <a:p>
            <a:pPr>
              <a:lnSpc>
                <a:spcPts val="1867"/>
              </a:lnSpc>
              <a:spcBef>
                <a:spcPct val="0"/>
              </a:spcBef>
            </a:pPr>
            <a:endParaRPr lang="en-US" sz="1333">
              <a:solidFill>
                <a:srgbClr val="202A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FD5CE-43D5-D260-6FB4-1826EA1AADB3}"/>
              </a:ext>
            </a:extLst>
          </p:cNvPr>
          <p:cNvSpPr txBox="1"/>
          <p:nvPr/>
        </p:nvSpPr>
        <p:spPr>
          <a:xfrm>
            <a:off x="549847" y="3985658"/>
            <a:ext cx="9118600" cy="474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  <a:spcBef>
                <a:spcPct val="0"/>
              </a:spcBef>
            </a:pPr>
            <a:r>
              <a:rPr lang="en-US" sz="1333" b="1">
                <a:solidFill>
                  <a:srgbClr val="202A44"/>
                </a:solidFill>
                <a:latin typeface="Poppins"/>
                <a:ea typeface="Poppins"/>
                <a:cs typeface="Poppins"/>
                <a:sym typeface="Poppins"/>
              </a:rPr>
              <a:t>Stress</a:t>
            </a:r>
          </a:p>
          <a:p>
            <a:pPr>
              <a:lnSpc>
                <a:spcPts val="1867"/>
              </a:lnSpc>
              <a:spcBef>
                <a:spcPct val="0"/>
              </a:spcBef>
            </a:pPr>
            <a:endParaRPr lang="en-US" sz="1333">
              <a:solidFill>
                <a:srgbClr val="202A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013052-880D-4713-F51C-F024979CE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47" y="4177768"/>
            <a:ext cx="7750977" cy="246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3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2100-BD2C-2DA4-7636-6D08779F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B31B42-F5AA-063A-6CAA-54B19081B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49610"/>
          </a:xfrm>
        </p:spPr>
        <p:txBody>
          <a:bodyPr>
            <a:normAutofit/>
          </a:bodyPr>
          <a:lstStyle/>
          <a:p>
            <a:r>
              <a:rPr lang="nl-NL"/>
              <a:t>AI 1st strategie</a:t>
            </a:r>
            <a:br>
              <a:rPr lang="nl-NL"/>
            </a:br>
            <a:endParaRPr lang="nl-NL" sz="2700" b="0"/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F01A0465-692D-090F-E81D-62C21116C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841" y="2969231"/>
            <a:ext cx="11225049" cy="2766406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nl-NL"/>
              <a:t>“Wij worden een AI-native technologiebedrijf met een kern van autonome besluitvorming, exponentiële schaalbaarheid en mensgerichte AI-interactie.”</a:t>
            </a:r>
            <a:endParaRPr lang="nl-NL" sz="1600"/>
          </a:p>
        </p:txBody>
      </p:sp>
    </p:spTree>
    <p:extLst>
      <p:ext uri="{BB962C8B-B14F-4D97-AF65-F5344CB8AC3E}">
        <p14:creationId xmlns:p14="http://schemas.microsoft.com/office/powerpoint/2010/main" val="22071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5CF4-9358-A543-B693-73ED180A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20385-146E-B70F-92BD-3E126DA7B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8774"/>
          </a:xfrm>
        </p:spPr>
        <p:txBody>
          <a:bodyPr>
            <a:normAutofit fontScale="90000"/>
          </a:bodyPr>
          <a:lstStyle/>
          <a:p>
            <a:r>
              <a:rPr lang="nl-NL"/>
              <a:t>AI 1st strategie belofte</a:t>
            </a:r>
            <a:br>
              <a:rPr lang="nl-NL"/>
            </a:br>
            <a:r>
              <a:rPr lang="nl-NL" sz="2700" b="0"/>
              <a:t>We transformeren Inpact van</a:t>
            </a:r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BA878DAE-87ED-4AA5-3BB4-923F424CF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841" y="2589088"/>
            <a:ext cx="11225049" cy="3146549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nl-NL" sz="1600"/>
              <a:t>Human-</a:t>
            </a:r>
            <a:r>
              <a:rPr lang="nl-NL" sz="1600" err="1"/>
              <a:t>operated</a:t>
            </a:r>
            <a:r>
              <a:rPr lang="nl-NL" sz="1600"/>
              <a:t> softwarebedrijf</a:t>
            </a:r>
            <a:br>
              <a:rPr lang="nl-NL" sz="1600"/>
            </a:br>
            <a:r>
              <a:rPr lang="nl-NL" sz="1600"/>
              <a:t>➡️ AI-</a:t>
            </a:r>
            <a:r>
              <a:rPr lang="nl-NL" sz="1600" err="1"/>
              <a:t>operated</a:t>
            </a:r>
            <a:r>
              <a:rPr lang="nl-NL" sz="1600"/>
              <a:t> softwarebedrijf</a:t>
            </a:r>
          </a:p>
          <a:p>
            <a:pPr>
              <a:spcBef>
                <a:spcPts val="2400"/>
              </a:spcBef>
            </a:pPr>
            <a:r>
              <a:rPr lang="nl-NL" sz="1600" err="1"/>
              <a:t>Legacy</a:t>
            </a:r>
            <a:r>
              <a:rPr lang="nl-NL" sz="1600"/>
              <a:t>-ondersteunende operatie</a:t>
            </a:r>
            <a:br>
              <a:rPr lang="nl-NL" sz="1600"/>
            </a:br>
            <a:r>
              <a:rPr lang="nl-NL" sz="1600"/>
              <a:t>➡️ AI-native, real-time operations</a:t>
            </a:r>
          </a:p>
          <a:p>
            <a:pPr>
              <a:spcBef>
                <a:spcPts val="2400"/>
              </a:spcBef>
            </a:pPr>
            <a:r>
              <a:rPr lang="nl-NL" sz="1600"/>
              <a:t>Handmatig ontwikkelde software</a:t>
            </a:r>
            <a:br>
              <a:rPr lang="nl-NL" sz="1600"/>
            </a:br>
            <a:r>
              <a:rPr lang="nl-NL" sz="1600"/>
              <a:t>➡️ Co-</a:t>
            </a:r>
            <a:r>
              <a:rPr lang="nl-NL" sz="1600" err="1"/>
              <a:t>created</a:t>
            </a:r>
            <a:r>
              <a:rPr lang="nl-NL" sz="1600"/>
              <a:t> met AI </a:t>
            </a:r>
            <a:r>
              <a:rPr lang="nl-NL" sz="1600" err="1"/>
              <a:t>Agents</a:t>
            </a:r>
            <a:r>
              <a:rPr lang="nl-NL" sz="1600"/>
              <a:t> en LLM-integratie</a:t>
            </a:r>
          </a:p>
          <a:p>
            <a:pPr>
              <a:spcBef>
                <a:spcPts val="2400"/>
              </a:spcBef>
            </a:pPr>
            <a:r>
              <a:rPr lang="nl-NL" sz="1600"/>
              <a:t>Consultancy-gedreven groei</a:t>
            </a:r>
            <a:br>
              <a:rPr lang="nl-NL" sz="1600"/>
            </a:br>
            <a:r>
              <a:rPr lang="nl-NL" sz="1600"/>
              <a:t>➡️ Product-gedreven, schaalbare AI-platforms</a:t>
            </a:r>
          </a:p>
        </p:txBody>
      </p:sp>
    </p:spTree>
    <p:extLst>
      <p:ext uri="{BB962C8B-B14F-4D97-AF65-F5344CB8AC3E}">
        <p14:creationId xmlns:p14="http://schemas.microsoft.com/office/powerpoint/2010/main" val="142165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597053-9EEE-F7F9-8F3E-73CDC4235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De essentie van AI 1</a:t>
            </a:r>
            <a:r>
              <a:rPr lang="nl-NL" baseline="30000"/>
              <a:t>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1095C-568B-0522-8AC5-2945A2FBF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nl-NL"/>
              <a:t>AI First betekent dat AI niet wordt toegevoegd aan bestaande processen, maar het startpunt is voor elke strategie, klantreis, werkproces en productontwikkeling.</a:t>
            </a:r>
            <a:br>
              <a:rPr lang="nl-NL"/>
            </a:br>
            <a:endParaRPr lang="nl-NL"/>
          </a:p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nl-NL"/>
              <a:t>Mens, proces en software worden ontworpen rondom continue, autonome besluitvorming door AI – met menselijke supervisie als uitzondering, niet als norm</a:t>
            </a:r>
          </a:p>
        </p:txBody>
      </p:sp>
    </p:spTree>
    <p:extLst>
      <p:ext uri="{BB962C8B-B14F-4D97-AF65-F5344CB8AC3E}">
        <p14:creationId xmlns:p14="http://schemas.microsoft.com/office/powerpoint/2010/main" val="1679675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D77C-16EF-4D5F-43F2-9070AF37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1F233-04B6-341F-6867-45AFB143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1228241"/>
            <a:ext cx="10308379" cy="1110698"/>
          </a:xfrm>
        </p:spPr>
        <p:txBody>
          <a:bodyPr/>
          <a:lstStyle/>
          <a:p>
            <a:r>
              <a:rPr lang="nl-NL"/>
              <a:t>WHY</a:t>
            </a:r>
            <a:endParaRPr lang="nl-NL">
              <a:solidFill>
                <a:srgbClr val="00B0F0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575AE07-504D-379D-D382-FA1447412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" y="2678012"/>
            <a:ext cx="11290434" cy="23174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00B0F0"/>
                </a:solidFill>
              </a:rPr>
              <a:t>De AI-revolutie is begonnen. Niet meebewegen is achterblijven.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00B0F0"/>
                </a:solidFill>
              </a:rPr>
              <a:t>We versnellen om vooraan te komen.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00B0F0"/>
                </a:solidFill>
              </a:rPr>
              <a:t>SaaS wordt </a:t>
            </a:r>
            <a:r>
              <a:rPr lang="nl-NL" err="1">
                <a:solidFill>
                  <a:srgbClr val="00B0F0"/>
                </a:solidFill>
              </a:rPr>
              <a:t>legacy</a:t>
            </a:r>
            <a:r>
              <a:rPr lang="nl-NL">
                <a:solidFill>
                  <a:srgbClr val="00B0F0"/>
                </a:solidFill>
              </a:rPr>
              <a:t>. AI is de toekomst.</a:t>
            </a:r>
          </a:p>
        </p:txBody>
      </p:sp>
    </p:spTree>
    <p:extLst>
      <p:ext uri="{BB962C8B-B14F-4D97-AF65-F5344CB8AC3E}">
        <p14:creationId xmlns:p14="http://schemas.microsoft.com/office/powerpoint/2010/main" val="2956455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C5F2-8967-B371-2DD2-07762DD1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D0B2F-CF25-9797-56F7-66764506C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1228241"/>
            <a:ext cx="10308379" cy="1110698"/>
          </a:xfrm>
        </p:spPr>
        <p:txBody>
          <a:bodyPr/>
          <a:lstStyle/>
          <a:p>
            <a:r>
              <a:rPr lang="nl-NL"/>
              <a:t>Wat gaan we in Q3 doen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6834869-AF00-A789-316F-60533FC86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" y="2678012"/>
            <a:ext cx="11290434" cy="2317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AI </a:t>
            </a:r>
            <a:r>
              <a:rPr lang="nl-NL" err="1">
                <a:latin typeface="Poppins"/>
                <a:cs typeface="Poppins"/>
              </a:rPr>
              <a:t>Driven</a:t>
            </a:r>
            <a:r>
              <a:rPr lang="nl-NL">
                <a:latin typeface="Poppins"/>
                <a:cs typeface="Poppins"/>
              </a:rPr>
              <a:t> Software Development Fabriek bouwen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AI Maintenance &amp; Control fabriek bouwen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Aan omscholingsprogramma deelnemen</a:t>
            </a:r>
          </a:p>
        </p:txBody>
      </p:sp>
    </p:spTree>
    <p:extLst>
      <p:ext uri="{BB962C8B-B14F-4D97-AF65-F5344CB8AC3E}">
        <p14:creationId xmlns:p14="http://schemas.microsoft.com/office/powerpoint/2010/main" val="149252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3383C-7BA8-71D6-57F8-3C052CF3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F9112-C04F-C273-A001-D292B2970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722914"/>
            <a:ext cx="10308379" cy="1110698"/>
          </a:xfrm>
        </p:spPr>
        <p:txBody>
          <a:bodyPr/>
          <a:lstStyle/>
          <a:p>
            <a:r>
              <a:rPr lang="nl-NL"/>
              <a:t>Hoe we dat gaan doen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33B028-5A96-2955-2674-1F357363C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" y="2057400"/>
            <a:ext cx="11290434" cy="43915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Alles wat we doen, starten we voortaan met AI.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AI inzetten in alle fasen van softwareontwikkeling.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Praktisch leren, dagelijks toepassen.</a:t>
            </a:r>
          </a:p>
        </p:txBody>
      </p:sp>
    </p:spTree>
    <p:extLst>
      <p:ext uri="{BB962C8B-B14F-4D97-AF65-F5344CB8AC3E}">
        <p14:creationId xmlns:p14="http://schemas.microsoft.com/office/powerpoint/2010/main" val="3382755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4519-39B3-76A6-B3DD-2DED8CBE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74E29-DB91-639E-C901-29143D994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722914"/>
            <a:ext cx="10308379" cy="1110698"/>
          </a:xfrm>
        </p:spPr>
        <p:txBody>
          <a:bodyPr/>
          <a:lstStyle/>
          <a:p>
            <a:r>
              <a:rPr lang="nl-NL"/>
              <a:t>Hoe we dat gaan doen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7C42E08-D19B-72D9-9D3B-8BFA5EDB1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" y="2057400"/>
            <a:ext cx="11290434" cy="43915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Iedere donderdag = vaste AI-dag met trainer/coach op locatie.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De drie programma’s starten maandag 14 juli.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Deze week stemmen we alle voorbereidingen af per team.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Programma’s lopen in verschillende snelheden.</a:t>
            </a:r>
          </a:p>
        </p:txBody>
      </p:sp>
    </p:spTree>
    <p:extLst>
      <p:ext uri="{BB962C8B-B14F-4D97-AF65-F5344CB8AC3E}">
        <p14:creationId xmlns:p14="http://schemas.microsoft.com/office/powerpoint/2010/main" val="5039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FE74-D6C0-2CAA-9A5F-4CA974FC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FD30A-132B-21E8-8133-771A7A92E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722914"/>
            <a:ext cx="10308379" cy="1110698"/>
          </a:xfrm>
        </p:spPr>
        <p:txBody>
          <a:bodyPr/>
          <a:lstStyle/>
          <a:p>
            <a:r>
              <a:rPr lang="nl-NL"/>
              <a:t>Hoe we dat gaan doen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BEAEDC9-47F9-63B0-C1B7-96667B531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" y="2057400"/>
            <a:ext cx="11290434" cy="43915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We voeren bewust agile-antipatronen door voor tempo en effect.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We zorgen dat we onze </a:t>
            </a:r>
            <a:r>
              <a:rPr lang="nl-NL" err="1">
                <a:latin typeface="Poppins"/>
                <a:cs typeface="Poppins"/>
              </a:rPr>
              <a:t>roadmap</a:t>
            </a:r>
            <a:r>
              <a:rPr lang="nl-NL">
                <a:latin typeface="Poppins"/>
                <a:cs typeface="Poppins"/>
              </a:rPr>
              <a:t> zonder vertraging doorloopt.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>
                <a:latin typeface="Poppins"/>
                <a:cs typeface="Poppins"/>
              </a:rPr>
              <a:t>Transformatie team dat faciliteert, support en aanjaagt</a:t>
            </a:r>
          </a:p>
        </p:txBody>
      </p:sp>
    </p:spTree>
    <p:extLst>
      <p:ext uri="{BB962C8B-B14F-4D97-AF65-F5344CB8AC3E}">
        <p14:creationId xmlns:p14="http://schemas.microsoft.com/office/powerpoint/2010/main" val="3306943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3DB9-D08F-2266-89DB-E6A012EF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142F7-39D8-14D2-5F86-882E17493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2318302"/>
            <a:ext cx="10308379" cy="1110698"/>
          </a:xfrm>
        </p:spPr>
        <p:txBody>
          <a:bodyPr>
            <a:normAutofit fontScale="90000"/>
          </a:bodyPr>
          <a:lstStyle/>
          <a:p>
            <a:r>
              <a:rPr lang="nl-NL"/>
              <a:t>En hoe verder, wat is het plan</a:t>
            </a:r>
            <a:endParaRPr lang="nl-NL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93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7E2E-5C21-5ABF-2FC1-38FD9F46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982D-5053-131A-0ACE-5520520E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/>
              <a:t>Vier-Plateauplan: </a:t>
            </a:r>
            <a:br>
              <a:rPr lang="nl-NL"/>
            </a:br>
            <a:r>
              <a:rPr lang="nl-NL"/>
              <a:t>De Weg naar een Drie-Lagen AI-First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B579-4753-DAC8-25EF-97A2B6A08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b="1"/>
              <a:t>Doel in 12 maanden</a:t>
            </a:r>
          </a:p>
          <a:p>
            <a:pPr marL="0" indent="0">
              <a:buNone/>
            </a:pPr>
            <a:r>
              <a:rPr lang="nl-NL"/>
              <a:t>Een AI-native bedrijf in drie lagen:</a:t>
            </a:r>
            <a:br>
              <a:rPr lang="nl-NL"/>
            </a:br>
            <a:endParaRPr lang="nl-NL"/>
          </a:p>
          <a:p>
            <a:pPr marL="0" indent="0">
              <a:buNone/>
              <a:tabLst>
                <a:tab pos="3225800" algn="l"/>
              </a:tabLst>
            </a:pPr>
            <a:r>
              <a:rPr lang="nl-NL" b="1" noProof="0"/>
              <a:t>TIER 1: Operatie </a:t>
            </a:r>
            <a:br>
              <a:rPr lang="nl-NL" b="1" noProof="0"/>
            </a:br>
            <a:r>
              <a:rPr lang="nl-NL" noProof="0"/>
              <a:t>Werkprocessen worden allen m.b.v. AI uitgevoerd</a:t>
            </a:r>
          </a:p>
          <a:p>
            <a:pPr marL="0" indent="0">
              <a:buNone/>
              <a:tabLst>
                <a:tab pos="3225800" algn="l"/>
              </a:tabLst>
            </a:pPr>
            <a:r>
              <a:rPr lang="nl-NL" b="1" noProof="0"/>
              <a:t>TIER 2: Productie </a:t>
            </a:r>
            <a:br>
              <a:rPr lang="nl-NL" b="1" noProof="0"/>
            </a:br>
            <a:r>
              <a:rPr lang="nl-NL" noProof="0"/>
              <a:t>Alle producten komen uit de AI Software </a:t>
            </a:r>
            <a:r>
              <a:rPr lang="nl-NL" noProof="0" err="1"/>
              <a:t>Factory</a:t>
            </a:r>
            <a:endParaRPr lang="nl-NL" noProof="0"/>
          </a:p>
          <a:p>
            <a:pPr marL="0" indent="0">
              <a:buNone/>
              <a:tabLst>
                <a:tab pos="3225800" algn="l"/>
              </a:tabLst>
            </a:pPr>
            <a:r>
              <a:rPr lang="nl-NL" b="1" noProof="0"/>
              <a:t>TIER 3: Product </a:t>
            </a:r>
            <a:br>
              <a:rPr lang="nl-NL" b="1" noProof="0"/>
            </a:br>
            <a:r>
              <a:rPr lang="nl-NL" noProof="0"/>
              <a:t>Alle producten die we leveren zijn </a:t>
            </a:r>
            <a:r>
              <a:rPr lang="nl-NL" u="sng" noProof="0"/>
              <a:t>minimaal</a:t>
            </a:r>
            <a:r>
              <a:rPr lang="nl-NL" noProof="0"/>
              <a:t> AI-</a:t>
            </a:r>
            <a:r>
              <a:rPr lang="nl-NL" noProof="0" err="1"/>
              <a:t>enabled</a:t>
            </a:r>
            <a:endParaRPr lang="nl-NL" b="1" noProof="0"/>
          </a:p>
        </p:txBody>
      </p:sp>
    </p:spTree>
    <p:extLst>
      <p:ext uri="{BB962C8B-B14F-4D97-AF65-F5344CB8AC3E}">
        <p14:creationId xmlns:p14="http://schemas.microsoft.com/office/powerpoint/2010/main" val="138981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542A-2816-79E4-53BE-4D798C28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03B9-F926-5D5B-DD8A-EB5EACD5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/>
              <a:t>Uitkomst vier-plateauplan: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91020DB-183F-0476-6799-AB0A3B18342C}"/>
              </a:ext>
            </a:extLst>
          </p:cNvPr>
          <p:cNvSpPr txBox="1">
            <a:spLocks/>
          </p:cNvSpPr>
          <p:nvPr/>
        </p:nvSpPr>
        <p:spPr>
          <a:xfrm>
            <a:off x="838200" y="1940870"/>
            <a:ext cx="9859767" cy="36986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nl-NL" sz="2200" b="1"/>
              <a:t>Geen </a:t>
            </a:r>
            <a:r>
              <a:rPr lang="nl-NL" sz="2200" b="1" err="1"/>
              <a:t>churn</a:t>
            </a:r>
            <a:r>
              <a:rPr lang="nl-NL" sz="2200" b="1"/>
              <a:t> </a:t>
            </a:r>
            <a:r>
              <a:rPr lang="nl-NL" sz="2200"/>
              <a:t>van klanten, alle klanten over op IIP/Inpact.AI</a:t>
            </a:r>
          </a:p>
          <a:p>
            <a:pPr marL="342900" indent="-342900"/>
            <a:r>
              <a:rPr lang="nl-NL" sz="2200"/>
              <a:t>Binnen maximaal 12 maanden </a:t>
            </a:r>
            <a:r>
              <a:rPr lang="nl-NL" sz="2200" b="1"/>
              <a:t>geen RPA / AWI Connect </a:t>
            </a:r>
            <a:r>
              <a:rPr lang="nl-NL" sz="2200"/>
              <a:t>software in gebruik</a:t>
            </a:r>
            <a:endParaRPr lang="nl-NL" sz="2200" b="1"/>
          </a:p>
          <a:p>
            <a:pPr marL="342900" indent="-342900"/>
            <a:r>
              <a:rPr lang="nl-NL" sz="2200"/>
              <a:t>IIP &amp; Inpact.AI bedienen minimaal </a:t>
            </a:r>
            <a:r>
              <a:rPr lang="nl-NL" sz="2200" b="1"/>
              <a:t>20 nieuwe klanten </a:t>
            </a:r>
          </a:p>
          <a:p>
            <a:pPr marL="342900" indent="-342900"/>
            <a:r>
              <a:rPr lang="nl-NL" sz="2200"/>
              <a:t>Product Engines bouwen is een low </a:t>
            </a:r>
            <a:r>
              <a:rPr lang="nl-NL" sz="2200" err="1"/>
              <a:t>cost</a:t>
            </a:r>
            <a:r>
              <a:rPr lang="nl-NL" sz="2200"/>
              <a:t> dienstverlening. </a:t>
            </a:r>
            <a:r>
              <a:rPr lang="nl-NL" sz="2200" b="1"/>
              <a:t>70% engines</a:t>
            </a:r>
            <a:r>
              <a:rPr lang="nl-NL" sz="2200"/>
              <a:t> worden door Inpact gemaakt</a:t>
            </a:r>
          </a:p>
          <a:p>
            <a:pPr marL="342900" indent="-342900"/>
            <a:r>
              <a:rPr lang="nl-NL" sz="2200"/>
              <a:t>Alle producten van de </a:t>
            </a:r>
            <a:r>
              <a:rPr lang="nl-NL" sz="2200" b="1"/>
              <a:t>lopende band</a:t>
            </a:r>
            <a:r>
              <a:rPr lang="nl-NL" sz="2200"/>
              <a:t> uit de AI Software </a:t>
            </a:r>
            <a:r>
              <a:rPr lang="nl-NL" sz="2200" err="1"/>
              <a:t>Factory</a:t>
            </a:r>
            <a:r>
              <a:rPr lang="nl-NL" sz="2200"/>
              <a:t> (SDLC)</a:t>
            </a:r>
          </a:p>
          <a:p>
            <a:pPr marL="342900" indent="-342900"/>
            <a:r>
              <a:rPr lang="nl-NL" sz="2200"/>
              <a:t>We hebben </a:t>
            </a:r>
            <a:r>
              <a:rPr lang="nl-NL" sz="2200" b="1"/>
              <a:t>minimaal 10 nieuwe oplossingen</a:t>
            </a:r>
            <a:r>
              <a:rPr lang="nl-NL" sz="2200"/>
              <a:t> die we nu nog niet op onze portfolio hebben staan (bv Risico Inventarisatie)</a:t>
            </a:r>
          </a:p>
          <a:p>
            <a:pPr marL="342900" indent="-342900"/>
            <a:r>
              <a:rPr lang="nl-NL" sz="2200"/>
              <a:t>We maken altijd gebruik van de </a:t>
            </a:r>
            <a:r>
              <a:rPr lang="nl-NL" sz="2200" b="1"/>
              <a:t>beste en bewezen</a:t>
            </a:r>
            <a:r>
              <a:rPr lang="nl-NL" sz="2200"/>
              <a:t> AI technologieën</a:t>
            </a:r>
          </a:p>
          <a:p>
            <a:pPr marL="342900" indent="-342900"/>
            <a:r>
              <a:rPr lang="nl-NL" sz="2200"/>
              <a:t>Alle </a:t>
            </a:r>
            <a:r>
              <a:rPr lang="nl-NL" sz="2200" err="1"/>
              <a:t>Inpacters</a:t>
            </a:r>
            <a:r>
              <a:rPr lang="nl-NL" sz="2200"/>
              <a:t> zijn </a:t>
            </a:r>
            <a:r>
              <a:rPr lang="nl-NL" sz="2200" b="1"/>
              <a:t>buitengewoon AI-vaardig</a:t>
            </a:r>
            <a:r>
              <a:rPr lang="nl-NL" sz="2200"/>
              <a:t> volgens benchmarks en assessments</a:t>
            </a:r>
          </a:p>
          <a:p>
            <a:pPr marL="342900" indent="-342900"/>
            <a:r>
              <a:rPr lang="nl-NL" sz="2200"/>
              <a:t>Worden </a:t>
            </a:r>
            <a:r>
              <a:rPr lang="nl-NL" sz="2200" b="1"/>
              <a:t>erkend</a:t>
            </a:r>
            <a:r>
              <a:rPr lang="nl-NL" sz="2200"/>
              <a:t> als het </a:t>
            </a:r>
            <a:r>
              <a:rPr lang="nl-NL" sz="2200" b="1"/>
              <a:t>AI bedrijf</a:t>
            </a:r>
            <a:r>
              <a:rPr lang="nl-NL" sz="2200"/>
              <a:t> van de verzekeringsmarkt</a:t>
            </a:r>
          </a:p>
        </p:txBody>
      </p:sp>
    </p:spTree>
    <p:extLst>
      <p:ext uri="{BB962C8B-B14F-4D97-AF65-F5344CB8AC3E}">
        <p14:creationId xmlns:p14="http://schemas.microsoft.com/office/powerpoint/2010/main" val="257494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4FCF-2C02-0B45-0130-30D9EA3E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Uitkomst vertrouwelijk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5E99-F1CF-C3A3-36A3-7588C5B2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l-NL" b="1"/>
              <a:t>OMZET &amp; KOSTEN</a:t>
            </a:r>
          </a:p>
          <a:p>
            <a:r>
              <a:rPr lang="nl-NL"/>
              <a:t>Scenario a. </a:t>
            </a:r>
          </a:p>
          <a:p>
            <a:pPr lvl="1"/>
            <a:r>
              <a:rPr lang="nl-NL"/>
              <a:t>20 extra klanten, geen </a:t>
            </a:r>
            <a:r>
              <a:rPr lang="nl-NL" err="1"/>
              <a:t>churn</a:t>
            </a:r>
            <a:r>
              <a:rPr lang="nl-NL"/>
              <a:t>, geen omzetkrimp*</a:t>
            </a:r>
          </a:p>
          <a:p>
            <a:pPr lvl="1"/>
            <a:r>
              <a:rPr lang="nl-NL"/>
              <a:t>30% minder FTE bij gelijk blijvende omzet</a:t>
            </a:r>
          </a:p>
          <a:p>
            <a:r>
              <a:rPr lang="nl-NL"/>
              <a:t>Scenario b.</a:t>
            </a:r>
          </a:p>
          <a:p>
            <a:pPr lvl="1"/>
            <a:r>
              <a:rPr lang="nl-NL"/>
              <a:t>Of 40% omzetgroei, stabiel in #FTE</a:t>
            </a:r>
          </a:p>
          <a:p>
            <a:pPr marL="457200" lvl="1" indent="0">
              <a:buNone/>
            </a:pPr>
            <a:endParaRPr lang="nl-NL"/>
          </a:p>
          <a:p>
            <a:r>
              <a:rPr lang="nl-NL"/>
              <a:t>We staan open voor toepassing andere doelgroep binnen domein financiële dienstverleners (onder voorwaarden van schaalbaarheid)</a:t>
            </a:r>
            <a:br>
              <a:rPr lang="nl-NL"/>
            </a:br>
            <a:endParaRPr lang="nl-NL"/>
          </a:p>
          <a:p>
            <a:pPr marL="0" indent="0">
              <a:buNone/>
            </a:pPr>
            <a:r>
              <a:rPr lang="nl-NL" b="1"/>
              <a:t>PEOPLE &amp; CULTURE</a:t>
            </a:r>
          </a:p>
          <a:p>
            <a:r>
              <a:rPr lang="nl-NL"/>
              <a:t>We zijn een AI </a:t>
            </a:r>
            <a:r>
              <a:rPr lang="nl-NL" err="1"/>
              <a:t>Only</a:t>
            </a:r>
            <a:r>
              <a:rPr lang="nl-NL"/>
              <a:t> bedrijf, de beste AI talenten werken bij Inpact</a:t>
            </a:r>
          </a:p>
          <a:p>
            <a:r>
              <a:rPr lang="nl-NL" err="1"/>
              <a:t>Fast</a:t>
            </a:r>
            <a:r>
              <a:rPr lang="nl-NL"/>
              <a:t> </a:t>
            </a:r>
            <a:r>
              <a:rPr lang="nl-NL" err="1"/>
              <a:t>movers</a:t>
            </a:r>
            <a:r>
              <a:rPr lang="nl-NL"/>
              <a:t> 60%, Mainstream talent 40%, 0% </a:t>
            </a:r>
            <a:r>
              <a:rPr lang="nl-NL" err="1"/>
              <a:t>Resisters</a:t>
            </a:r>
            <a:endParaRPr lang="nl-NL"/>
          </a:p>
          <a:p>
            <a:r>
              <a:rPr lang="nl-NL" err="1"/>
              <a:t>Churn</a:t>
            </a:r>
            <a:r>
              <a:rPr lang="nl-NL"/>
              <a:t> FM max 5%, </a:t>
            </a:r>
            <a:r>
              <a:rPr lang="nl-NL" err="1"/>
              <a:t>Replace</a:t>
            </a:r>
            <a:r>
              <a:rPr lang="nl-NL"/>
              <a:t> MS talent 30% per jaar</a:t>
            </a:r>
          </a:p>
          <a:p>
            <a:r>
              <a:rPr lang="nl-NL"/>
              <a:t>Geen externe inhuur op operationele productiviteit</a:t>
            </a:r>
          </a:p>
          <a:p>
            <a:r>
              <a:rPr lang="nl-NL"/>
              <a:t>Voldoende/nog ruimte voor verdere versnelling, krimp #FTE</a:t>
            </a:r>
          </a:p>
          <a:p>
            <a:r>
              <a:rPr lang="nl-NL"/>
              <a:t>Exponentiele stijging </a:t>
            </a:r>
            <a:r>
              <a:rPr lang="nl-NL" err="1"/>
              <a:t>cost</a:t>
            </a:r>
            <a:r>
              <a:rPr lang="nl-NL"/>
              <a:t> per FTE.</a:t>
            </a:r>
          </a:p>
          <a:p>
            <a:pPr lvl="1"/>
            <a:r>
              <a:rPr lang="nl-NL"/>
              <a:t> Hoge score op AI vaardigheid assessment (8K+) salaris (norm 2025)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8702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BE66-A9D8-6ACC-FD55-6B82B309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E09F9-6D62-C3D4-C009-1CF61BE1E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10" y="2318302"/>
            <a:ext cx="10308379" cy="1110698"/>
          </a:xfrm>
        </p:spPr>
        <p:txBody>
          <a:bodyPr/>
          <a:lstStyle/>
          <a:p>
            <a:r>
              <a:rPr lang="nl-NL"/>
              <a:t>Commercieel</a:t>
            </a:r>
            <a:endParaRPr lang="nl-NL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4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B64-7325-338F-4DDD-21496D56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4DA6-99EA-3868-A21F-C4CC4DD75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2737"/>
            <a:ext cx="9144000" cy="1226390"/>
          </a:xfrm>
        </p:spPr>
        <p:txBody>
          <a:bodyPr/>
          <a:lstStyle/>
          <a:p>
            <a:r>
              <a:rPr lang="nl-NL"/>
              <a:t>Trots op onze prestaties</a:t>
            </a: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DD47D992-A2D1-5000-CC17-56F0CCA246AF}"/>
              </a:ext>
            </a:extLst>
          </p:cNvPr>
          <p:cNvSpPr txBox="1">
            <a:spLocks/>
          </p:cNvSpPr>
          <p:nvPr/>
        </p:nvSpPr>
        <p:spPr>
          <a:xfrm>
            <a:off x="1354615" y="2441107"/>
            <a:ext cx="1844274" cy="2264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l-NL" sz="1600"/>
              <a:t>Producten</a:t>
            </a:r>
            <a:br>
              <a:rPr lang="nl-NL" sz="1600"/>
            </a:br>
            <a:br>
              <a:rPr lang="nl-NL" sz="1600"/>
            </a:br>
            <a:r>
              <a:rPr lang="nl-NL" sz="1200"/>
              <a:t>Cheers2 Feature teams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nl-NL" sz="1200"/>
              <a:t>IIP Klantmap in productie bij AON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nl-NL" sz="1200"/>
              <a:t>Inpact.ai </a:t>
            </a:r>
            <a:r>
              <a:rPr lang="nl-NL" sz="1200" err="1"/>
              <a:t>Agentic</a:t>
            </a:r>
            <a:r>
              <a:rPr lang="nl-NL" sz="1200"/>
              <a:t> </a:t>
            </a:r>
            <a:r>
              <a:rPr lang="nl-NL" sz="1200" err="1"/>
              <a:t>Agents</a:t>
            </a:r>
            <a:r>
              <a:rPr lang="nl-NL" sz="1200"/>
              <a:t> ready </a:t>
            </a:r>
            <a:r>
              <a:rPr lang="nl-NL" sz="1200" err="1"/>
              <a:t>to</a:t>
            </a:r>
            <a:r>
              <a:rPr lang="nl-NL" sz="1200"/>
              <a:t> </a:t>
            </a:r>
            <a:r>
              <a:rPr lang="nl-NL" sz="1200" err="1"/>
              <a:t>use</a:t>
            </a:r>
            <a:r>
              <a:rPr lang="nl-NL" sz="1200"/>
              <a:t> in ANVA via IIP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nl-NL" sz="1200"/>
              <a:t>IIP Adviesmodule ready </a:t>
            </a:r>
            <a:r>
              <a:rPr lang="nl-NL" sz="1200" err="1"/>
              <a:t>for</a:t>
            </a:r>
            <a:r>
              <a:rPr lang="nl-NL" sz="1200"/>
              <a:t> pilot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6717D4D-C1C5-756C-4592-DFB1561F6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3115" y="2491301"/>
            <a:ext cx="911500" cy="1146595"/>
          </a:xfrm>
          <a:prstGeom prst="rect">
            <a:avLst/>
          </a:prstGeom>
        </p:spPr>
      </p:pic>
      <p:sp>
        <p:nvSpPr>
          <p:cNvPr id="5" name="Ondertitel 2">
            <a:extLst>
              <a:ext uri="{FF2B5EF4-FFF2-40B4-BE49-F238E27FC236}">
                <a16:creationId xmlns:a16="http://schemas.microsoft.com/office/drawing/2014/main" id="{C01BA8A0-1409-1399-3108-A57A9A8BECC4}"/>
              </a:ext>
            </a:extLst>
          </p:cNvPr>
          <p:cNvSpPr txBox="1">
            <a:spLocks/>
          </p:cNvSpPr>
          <p:nvPr/>
        </p:nvSpPr>
        <p:spPr>
          <a:xfrm>
            <a:off x="4566139" y="2441108"/>
            <a:ext cx="1844274" cy="1246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l-NL" sz="1600"/>
              <a:t>Nieuwe </a:t>
            </a:r>
            <a:r>
              <a:rPr lang="nl-NL" sz="1600" err="1"/>
              <a:t>Inpacters</a:t>
            </a:r>
            <a:endParaRPr lang="nl-NL" sz="1600"/>
          </a:p>
          <a:p>
            <a:pPr algn="l"/>
            <a:r>
              <a:rPr lang="nl-NL" sz="1200"/>
              <a:t>Cheers 2 </a:t>
            </a:r>
            <a:r>
              <a:rPr lang="nl-NL" sz="1200" err="1"/>
              <a:t>HR&amp;Recruiting</a:t>
            </a:r>
            <a:endParaRPr lang="nl-NL" sz="12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99A5F-B8B1-0E05-A532-344D9AD6B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654639" y="2491301"/>
            <a:ext cx="911500" cy="1146595"/>
          </a:xfrm>
          <a:prstGeom prst="rect">
            <a:avLst/>
          </a:prstGeom>
        </p:spPr>
      </p:pic>
      <p:sp>
        <p:nvSpPr>
          <p:cNvPr id="9" name="Ondertitel 2">
            <a:extLst>
              <a:ext uri="{FF2B5EF4-FFF2-40B4-BE49-F238E27FC236}">
                <a16:creationId xmlns:a16="http://schemas.microsoft.com/office/drawing/2014/main" id="{503EED12-BA2D-F9E0-CF8D-AA052E853B51}"/>
              </a:ext>
            </a:extLst>
          </p:cNvPr>
          <p:cNvSpPr txBox="1">
            <a:spLocks/>
          </p:cNvSpPr>
          <p:nvPr/>
        </p:nvSpPr>
        <p:spPr>
          <a:xfrm>
            <a:off x="4566139" y="3487267"/>
            <a:ext cx="3018002" cy="256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nl-NL" sz="1000"/>
              <a:t>Wilbert Dekker – Business Controller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nl-NL" sz="1000"/>
              <a:t>Wouter </a:t>
            </a:r>
            <a:r>
              <a:rPr lang="nl-NL" sz="1000" err="1"/>
              <a:t>Bavelaar</a:t>
            </a:r>
            <a:r>
              <a:rPr lang="nl-NL" sz="1000"/>
              <a:t> – Assistent Controller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nl-NL" sz="1000"/>
              <a:t>Dorien </a:t>
            </a:r>
            <a:r>
              <a:rPr lang="nl-NL" sz="1000" err="1"/>
              <a:t>Mengerink-Schuurhuis</a:t>
            </a:r>
            <a:r>
              <a:rPr lang="nl-NL" sz="1000"/>
              <a:t> – Finance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nl-NL" sz="1000"/>
              <a:t>Stijn Oosting – Software </a:t>
            </a:r>
            <a:r>
              <a:rPr lang="nl-NL" sz="1000" err="1"/>
              <a:t>Dveloper</a:t>
            </a:r>
            <a:endParaRPr lang="nl-NL" sz="100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nl-NL" sz="1000"/>
              <a:t>Lennard </a:t>
            </a:r>
            <a:r>
              <a:rPr lang="nl-NL" sz="1000" err="1"/>
              <a:t>Renne</a:t>
            </a:r>
            <a:r>
              <a:rPr lang="nl-NL" sz="1000"/>
              <a:t> – </a:t>
            </a:r>
            <a:r>
              <a:rPr lang="nl-NL" sz="1000" err="1"/>
              <a:t>Buisiness</a:t>
            </a:r>
            <a:r>
              <a:rPr lang="nl-NL" sz="1000"/>
              <a:t> Analist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nl-NL" sz="100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nl-NL" sz="100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nl-NL" sz="100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nl-NL" sz="1000"/>
          </a:p>
        </p:txBody>
      </p:sp>
      <p:sp>
        <p:nvSpPr>
          <p:cNvPr id="11" name="Ondertitel 2">
            <a:extLst>
              <a:ext uri="{FF2B5EF4-FFF2-40B4-BE49-F238E27FC236}">
                <a16:creationId xmlns:a16="http://schemas.microsoft.com/office/drawing/2014/main" id="{94624AE2-F04A-E7D3-AAFB-52C066674FAE}"/>
              </a:ext>
            </a:extLst>
          </p:cNvPr>
          <p:cNvSpPr txBox="1">
            <a:spLocks/>
          </p:cNvSpPr>
          <p:nvPr/>
        </p:nvSpPr>
        <p:spPr>
          <a:xfrm>
            <a:off x="8598804" y="2441108"/>
            <a:ext cx="2238581" cy="1246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l-NL" sz="1600"/>
              <a:t>Dienstverlening</a:t>
            </a:r>
          </a:p>
          <a:p>
            <a:pPr algn="l"/>
            <a:r>
              <a:rPr lang="nl-NL" sz="1200"/>
              <a:t>Cheers2 Team consultancy</a:t>
            </a:r>
            <a:br>
              <a:rPr lang="nl-NL" sz="1200"/>
            </a:br>
            <a:endParaRPr lang="nl-NL" sz="12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12BE76-9523-BB71-964D-8339790B0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687305" y="2491301"/>
            <a:ext cx="911500" cy="1146595"/>
          </a:xfrm>
          <a:prstGeom prst="rect">
            <a:avLst/>
          </a:prstGeom>
        </p:spPr>
      </p:pic>
      <p:sp>
        <p:nvSpPr>
          <p:cNvPr id="28" name="Ondertitel 2">
            <a:extLst>
              <a:ext uri="{FF2B5EF4-FFF2-40B4-BE49-F238E27FC236}">
                <a16:creationId xmlns:a16="http://schemas.microsoft.com/office/drawing/2014/main" id="{423270A1-BB0C-D111-B765-0A86C07B9A45}"/>
              </a:ext>
            </a:extLst>
          </p:cNvPr>
          <p:cNvSpPr txBox="1">
            <a:spLocks/>
          </p:cNvSpPr>
          <p:nvPr/>
        </p:nvSpPr>
        <p:spPr>
          <a:xfrm>
            <a:off x="8598804" y="3373821"/>
            <a:ext cx="1893148" cy="2878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000"/>
              <a:t>Mega project Migratie </a:t>
            </a:r>
            <a:r>
              <a:rPr lang="nl-NL" sz="1000" err="1"/>
              <a:t>OpGroen</a:t>
            </a:r>
            <a:endParaRPr lang="nl-NL" sz="100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nl-NL" sz="1000"/>
          </a:p>
        </p:txBody>
      </p:sp>
    </p:spTree>
    <p:extLst>
      <p:ext uri="{BB962C8B-B14F-4D97-AF65-F5344CB8AC3E}">
        <p14:creationId xmlns:p14="http://schemas.microsoft.com/office/powerpoint/2010/main" val="3743826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14A0-0120-E6DD-BF53-C06A91E3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4A2CD34F-609C-7888-2D40-26DB530CC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2737"/>
            <a:ext cx="9144000" cy="1226390"/>
          </a:xfrm>
        </p:spPr>
        <p:txBody>
          <a:bodyPr/>
          <a:lstStyle/>
          <a:p>
            <a:r>
              <a:rPr lang="nl-NL" dirty="0">
                <a:latin typeface="Pacaembu Bold"/>
              </a:rPr>
              <a:t>Focus Q3</a:t>
            </a:r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2603F1-078A-5835-CC0A-F3F1C17A9736}"/>
              </a:ext>
            </a:extLst>
          </p:cNvPr>
          <p:cNvSpPr txBox="1">
            <a:spLocks/>
          </p:cNvSpPr>
          <p:nvPr/>
        </p:nvSpPr>
        <p:spPr>
          <a:xfrm>
            <a:off x="838200" y="20006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har char="•"/>
            </a:pPr>
            <a:r>
              <a:rPr lang="nl-NL" sz="2800" dirty="0">
                <a:latin typeface="Poppins"/>
                <a:cs typeface="Poppins"/>
              </a:rPr>
              <a:t>Klantmap</a:t>
            </a:r>
            <a:endParaRPr lang="en-US" sz="2800"/>
          </a:p>
          <a:p>
            <a:pPr marL="342900" indent="-342900" algn="l">
              <a:buChar char="•"/>
            </a:pPr>
            <a:r>
              <a:rPr lang="nl-NL" sz="2800" dirty="0">
                <a:latin typeface="Poppins"/>
                <a:cs typeface="Poppins"/>
              </a:rPr>
              <a:t>Sluitstraten</a:t>
            </a:r>
          </a:p>
          <a:p>
            <a:pPr marL="342900" indent="-342900" algn="l">
              <a:buChar char="•"/>
            </a:pPr>
            <a:r>
              <a:rPr lang="nl-NL" sz="2800" dirty="0">
                <a:latin typeface="Poppins"/>
                <a:cs typeface="Poppins"/>
              </a:rPr>
              <a:t>Inpact.ai</a:t>
            </a:r>
            <a:endParaRPr lang="nl-NL" sz="2800"/>
          </a:p>
          <a:p>
            <a:pPr marL="342900" indent="-342900" algn="l">
              <a:buChar char="•"/>
            </a:pPr>
            <a:r>
              <a:rPr lang="nl-NL" sz="2800" dirty="0">
                <a:latin typeface="Poppins"/>
                <a:cs typeface="Poppins"/>
              </a:rPr>
              <a:t>Productengines</a:t>
            </a:r>
            <a:endParaRPr lang="nl-NL" sz="2800" dirty="0"/>
          </a:p>
          <a:p>
            <a:pPr marL="342900" indent="-342900" algn="l">
              <a:buChar char="•"/>
            </a:pPr>
            <a:endParaRPr lang="nl-NL" sz="3200" dirty="0"/>
          </a:p>
          <a:p>
            <a:pPr algn="l"/>
            <a:r>
              <a:rPr lang="nl-NL" sz="2800" dirty="0">
                <a:latin typeface="Poppins"/>
                <a:cs typeface="Poppins"/>
              </a:rPr>
              <a:t>Pilots met onderdelen van IIP</a:t>
            </a:r>
            <a:endParaRPr lang="nl-NL" sz="2800" dirty="0"/>
          </a:p>
          <a:p>
            <a:pPr algn="l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2848747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DA57A26-6AF1-4B33-9F1F-0249E5132304}" vid="{17BFE8BE-CAD7-4712-9A7F-8D7F244BCE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894CF958A0284AB7E1BEB73B771D38" ma:contentTypeVersion="16" ma:contentTypeDescription="Een nieuw document maken." ma:contentTypeScope="" ma:versionID="f937c248575378d05245aa3c00747472">
  <xsd:schema xmlns:xsd="http://www.w3.org/2001/XMLSchema" xmlns:xs="http://www.w3.org/2001/XMLSchema" xmlns:p="http://schemas.microsoft.com/office/2006/metadata/properties" xmlns:ns2="9eb1f99d-12c4-49e5-85a4-620e743dc1e5" xmlns:ns3="186b1660-588b-48de-9a87-1f1a49bd1f07" targetNamespace="http://schemas.microsoft.com/office/2006/metadata/properties" ma:root="true" ma:fieldsID="0715c185185801f445d68236bfac26d9" ns2:_="" ns3:_="">
    <xsd:import namespace="9eb1f99d-12c4-49e5-85a4-620e743dc1e5"/>
    <xsd:import namespace="186b1660-588b-48de-9a87-1f1a49bd1f07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b1f99d-12c4-49e5-85a4-620e743dc1e5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igrationWizIdPermissionLevels" ma:index="11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2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3" nillable="true" ma:displayName="MigrationWizIdSecurityGroups" ma:internalName="MigrationWizIdSecurityGroups">
      <xsd:simpleType>
        <xsd:restriction base="dms:Text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Afbeeldingtags" ma:readOnly="false" ma:fieldId="{5cf76f15-5ced-4ddc-b409-7134ff3c332f}" ma:taxonomyMulti="true" ma:sspId="009abfa2-96c7-40da-b3d4-1e99e413a6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b1660-588b-48de-9a87-1f1a49bd1f07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c21b974-2c76-4a94-84bf-410c467e9cf7}" ma:internalName="TaxCatchAll" ma:showField="CatchAllData" ma:web="186b1660-588b-48de-9a87-1f1a49bd1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9eb1f99d-12c4-49e5-85a4-620e743dc1e5" xsi:nil="true"/>
    <MigrationWizId xmlns="9eb1f99d-12c4-49e5-85a4-620e743dc1e5">3fc0c4e2-1e20-4436-a06d-b93e29281e55</MigrationWizId>
    <MigrationWizIdSecurityGroups xmlns="9eb1f99d-12c4-49e5-85a4-620e743dc1e5" xsi:nil="true"/>
    <MigrationWizIdPermissions xmlns="9eb1f99d-12c4-49e5-85a4-620e743dc1e5" xsi:nil="true"/>
    <MigrationWizIdVersion xmlns="9eb1f99d-12c4-49e5-85a4-620e743dc1e5" xsi:nil="true"/>
    <MigrationWizIdDocumentLibraryPermissions xmlns="9eb1f99d-12c4-49e5-85a4-620e743dc1e5" xsi:nil="true"/>
    <TaxCatchAll xmlns="186b1660-588b-48de-9a87-1f1a49bd1f07" xsi:nil="true"/>
    <lcf76f155ced4ddcb4097134ff3c332f xmlns="9eb1f99d-12c4-49e5-85a4-620e743dc1e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9D01F6-D1FA-4624-A835-3A5B5BB046F7}"/>
</file>

<file path=customXml/itemProps2.xml><?xml version="1.0" encoding="utf-8"?>
<ds:datastoreItem xmlns:ds="http://schemas.openxmlformats.org/officeDocument/2006/customXml" ds:itemID="{42650608-831B-4639-A859-A8F354EE3F89}">
  <ds:schemaRefs>
    <ds:schemaRef ds:uri="186b1660-588b-48de-9a87-1f1a49bd1f07"/>
    <ds:schemaRef ds:uri="9eb1f99d-12c4-49e5-85a4-620e743dc1e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31695-AECB-41A4-BFEB-54083BF5BC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Inpact PP Template 2024</Template>
  <TotalTime>0</TotalTime>
  <Words>1199</Words>
  <Application>Microsoft Office PowerPoint</Application>
  <PresentationFormat>Widescreen</PresentationFormat>
  <Paragraphs>175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Pacaembu Bold</vt:lpstr>
      <vt:lpstr>Poppins</vt:lpstr>
      <vt:lpstr>Main</vt:lpstr>
      <vt:lpstr>Inpact Board Meeting</vt:lpstr>
      <vt:lpstr>De Grote AI Versnelling</vt:lpstr>
      <vt:lpstr>De Grote AI Versnelling</vt:lpstr>
      <vt:lpstr>Financiële update</vt:lpstr>
      <vt:lpstr>PowerPoint Presentation</vt:lpstr>
      <vt:lpstr>PowerPoint Presentation</vt:lpstr>
      <vt:lpstr>PowerPoint Presentation</vt:lpstr>
      <vt:lpstr>PowerPoint Presentation</vt:lpstr>
      <vt:lpstr>AI 1st strategie </vt:lpstr>
      <vt:lpstr>AI 1st strategie belofte We transformeren Inpact van</vt:lpstr>
      <vt:lpstr>De essentie van AI 1st</vt:lpstr>
      <vt:lpstr>WHY</vt:lpstr>
      <vt:lpstr>Wat gaan we in Q3 doen</vt:lpstr>
      <vt:lpstr>Hoe we dat gaan doen</vt:lpstr>
      <vt:lpstr>Hoe we dat gaan doen</vt:lpstr>
      <vt:lpstr>Hoe we dat gaan doen</vt:lpstr>
      <vt:lpstr>En hoe verder, wat is het plan</vt:lpstr>
      <vt:lpstr>Vier-Plateauplan:  De Weg naar een Drie-Lagen AI-First Company</vt:lpstr>
      <vt:lpstr>Uitkomst vier-plateauplan: </vt:lpstr>
      <vt:lpstr>Uitkomst vertrouwelijk</vt:lpstr>
      <vt:lpstr>Commercieel</vt:lpstr>
      <vt:lpstr>Trots op onze prestaties</vt:lpstr>
      <vt:lpstr>Focus Q3</vt:lpstr>
    </vt:vector>
  </TitlesOfParts>
  <Company>DDi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 M.H.J. Menssink | Inpact</dc:creator>
  <cp:lastModifiedBy>Thom Menssink</cp:lastModifiedBy>
  <cp:revision>1</cp:revision>
  <dcterms:created xsi:type="dcterms:W3CDTF">2024-10-07T08:09:50Z</dcterms:created>
  <dcterms:modified xsi:type="dcterms:W3CDTF">2025-07-10T09:12:57Z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0x010100ED894CF958A0284AB7E1BEB73B771D38</vt:lpwstr>
  </property>
  <property fmtid="{D5CDD505-2E9C-101B-9397-08002B2CF9AE}" pid="3" name="Order">
    <vt:r8>3600</vt:r8>
  </property>
  <property fmtid="{D5CDD505-2E9C-101B-9397-08002B2CF9AE}" pid="4" name="MediaServiceImageTags">
    <vt:lpwstr/>
  </property>
</Properties>
</file>