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3071" r:id="rId5"/>
    <p:sldId id="3072" r:id="rId6"/>
    <p:sldId id="3073" r:id="rId7"/>
    <p:sldId id="3074" r:id="rId8"/>
    <p:sldId id="3075" r:id="rId9"/>
    <p:sldId id="3076" r:id="rId10"/>
    <p:sldId id="3077" r:id="rId18"/>
    <p:sldId id="3078" r:id="rId19"/>
    <p:sldId id="3079" r:id="rId20"/>
    <p:sldId id="3080" r:id="rId21"/>
    <p:sldId id="3081" r:id="rId2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BF05BD-B27A-3E76-086E-136BEEB11764}" name="Paul Hijmans" initials="PH" userId="S::paul.hijmans_awisoftware.nl#ext#@inpactsolutions.onmicrosoft.com::c6c3fb6e-3002-46ab-b9ee-5af6b52a4a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0D0"/>
    <a:srgbClr val="80ABC3"/>
    <a:srgbClr val="C1C1C3"/>
    <a:srgbClr val="F4F4F6"/>
    <a:srgbClr val="ACA8DA"/>
    <a:srgbClr val="C4BFFE"/>
    <a:srgbClr val="1200F7"/>
    <a:srgbClr val="09007A"/>
    <a:srgbClr val="050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8/10/relationships/authors" Target="author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" Type="http://schemas.openxmlformats.org/officeDocument/2006/relationships/customXml" Target="../customXml/item2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 Menssink" userId="11dc6b6b-56ec-4ff7-b967-8dccd2822258" providerId="ADAL" clId="{93993B59-B27E-48AC-B8A1-E213306934EF}"/>
    <pc:docChg chg="custSel addSld modSld">
      <pc:chgData name="Thom Menssink" userId="11dc6b6b-56ec-4ff7-b967-8dccd2822258" providerId="ADAL" clId="{93993B59-B27E-48AC-B8A1-E213306934EF}" dt="2025-07-16T16:42:14.605" v="8" actId="700"/>
      <pc:docMkLst>
        <pc:docMk/>
      </pc:docMkLst>
      <pc:sldChg chg="new">
        <pc:chgData name="Thom Menssink" userId="11dc6b6b-56ec-4ff7-b967-8dccd2822258" providerId="ADAL" clId="{93993B59-B27E-48AC-B8A1-E213306934EF}" dt="2025-07-16T16:41:38.142" v="0" actId="680"/>
        <pc:sldMkLst>
          <pc:docMk/>
          <pc:sldMk cId="1658003636" sldId="3072"/>
        </pc:sldMkLst>
      </pc:sldChg>
      <pc:sldChg chg="addSp delSp modSp new mod modClrScheme chgLayout">
        <pc:chgData name="Thom Menssink" userId="11dc6b6b-56ec-4ff7-b967-8dccd2822258" providerId="ADAL" clId="{93993B59-B27E-48AC-B8A1-E213306934EF}" dt="2025-07-16T16:41:50.079" v="2" actId="700"/>
        <pc:sldMkLst>
          <pc:docMk/>
          <pc:sldMk cId="1206284095" sldId="3073"/>
        </pc:sldMkLst>
        <pc:spChg chg="del mod ord">
          <ac:chgData name="Thom Menssink" userId="11dc6b6b-56ec-4ff7-b967-8dccd2822258" providerId="ADAL" clId="{93993B59-B27E-48AC-B8A1-E213306934EF}" dt="2025-07-16T16:41:50.079" v="2" actId="700"/>
          <ac:spMkLst>
            <pc:docMk/>
            <pc:sldMk cId="1206284095" sldId="3073"/>
            <ac:spMk id="2" creationId="{24CA18E6-B36B-056E-F9BA-9FE4CC90443F}"/>
          </ac:spMkLst>
        </pc:spChg>
        <pc:spChg chg="del mod ord">
          <ac:chgData name="Thom Menssink" userId="11dc6b6b-56ec-4ff7-b967-8dccd2822258" providerId="ADAL" clId="{93993B59-B27E-48AC-B8A1-E213306934EF}" dt="2025-07-16T16:41:50.079" v="2" actId="700"/>
          <ac:spMkLst>
            <pc:docMk/>
            <pc:sldMk cId="1206284095" sldId="3073"/>
            <ac:spMk id="3" creationId="{BE298344-1F3E-5C1C-7679-AF8644EF9668}"/>
          </ac:spMkLst>
        </pc:spChg>
        <pc:spChg chg="add mod ord">
          <ac:chgData name="Thom Menssink" userId="11dc6b6b-56ec-4ff7-b967-8dccd2822258" providerId="ADAL" clId="{93993B59-B27E-48AC-B8A1-E213306934EF}" dt="2025-07-16T16:41:50.079" v="2" actId="700"/>
          <ac:spMkLst>
            <pc:docMk/>
            <pc:sldMk cId="1206284095" sldId="3073"/>
            <ac:spMk id="4" creationId="{45C16295-A57E-1800-11BD-A2B54A2441E7}"/>
          </ac:spMkLst>
        </pc:spChg>
        <pc:spChg chg="add mod ord">
          <ac:chgData name="Thom Menssink" userId="11dc6b6b-56ec-4ff7-b967-8dccd2822258" providerId="ADAL" clId="{93993B59-B27E-48AC-B8A1-E213306934EF}" dt="2025-07-16T16:41:50.079" v="2" actId="700"/>
          <ac:spMkLst>
            <pc:docMk/>
            <pc:sldMk cId="1206284095" sldId="3073"/>
            <ac:spMk id="5" creationId="{ACCEE376-1C39-1A02-3263-727FF9B86B54}"/>
          </ac:spMkLst>
        </pc:spChg>
      </pc:sldChg>
      <pc:sldChg chg="addSp delSp modSp new mod modClrScheme chgLayout">
        <pc:chgData name="Thom Menssink" userId="11dc6b6b-56ec-4ff7-b967-8dccd2822258" providerId="ADAL" clId="{93993B59-B27E-48AC-B8A1-E213306934EF}" dt="2025-07-16T16:42:03.171" v="6" actId="700"/>
        <pc:sldMkLst>
          <pc:docMk/>
          <pc:sldMk cId="538847846" sldId="3074"/>
        </pc:sldMkLst>
        <pc:spChg chg="del mod ord">
          <ac:chgData name="Thom Menssink" userId="11dc6b6b-56ec-4ff7-b967-8dccd2822258" providerId="ADAL" clId="{93993B59-B27E-48AC-B8A1-E213306934EF}" dt="2025-07-16T16:42:03.171" v="6" actId="700"/>
          <ac:spMkLst>
            <pc:docMk/>
            <pc:sldMk cId="538847846" sldId="3074"/>
            <ac:spMk id="2" creationId="{B3B5D6EA-E7D2-8D8E-5B3C-E87A059BD00B}"/>
          </ac:spMkLst>
        </pc:spChg>
        <pc:spChg chg="del mod ord">
          <ac:chgData name="Thom Menssink" userId="11dc6b6b-56ec-4ff7-b967-8dccd2822258" providerId="ADAL" clId="{93993B59-B27E-48AC-B8A1-E213306934EF}" dt="2025-07-16T16:42:03.171" v="6" actId="700"/>
          <ac:spMkLst>
            <pc:docMk/>
            <pc:sldMk cId="538847846" sldId="3074"/>
            <ac:spMk id="3" creationId="{23554B46-3478-EED4-4A9E-FD5AB23E5F85}"/>
          </ac:spMkLst>
        </pc:spChg>
        <pc:spChg chg="add mod ord">
          <ac:chgData name="Thom Menssink" userId="11dc6b6b-56ec-4ff7-b967-8dccd2822258" providerId="ADAL" clId="{93993B59-B27E-48AC-B8A1-E213306934EF}" dt="2025-07-16T16:42:03.171" v="6" actId="700"/>
          <ac:spMkLst>
            <pc:docMk/>
            <pc:sldMk cId="538847846" sldId="3074"/>
            <ac:spMk id="4" creationId="{D5934947-020B-173F-E17D-344E701806C0}"/>
          </ac:spMkLst>
        </pc:spChg>
        <pc:spChg chg="add mod ord">
          <ac:chgData name="Thom Menssink" userId="11dc6b6b-56ec-4ff7-b967-8dccd2822258" providerId="ADAL" clId="{93993B59-B27E-48AC-B8A1-E213306934EF}" dt="2025-07-16T16:42:03.171" v="6" actId="700"/>
          <ac:spMkLst>
            <pc:docMk/>
            <pc:sldMk cId="538847846" sldId="3074"/>
            <ac:spMk id="5" creationId="{4D36CF5D-DF25-27A9-D0FE-006D2030CC30}"/>
          </ac:spMkLst>
        </pc:spChg>
      </pc:sldChg>
      <pc:sldChg chg="addSp delSp modSp new mod modClrScheme chgLayout">
        <pc:chgData name="Thom Menssink" userId="11dc6b6b-56ec-4ff7-b967-8dccd2822258" providerId="ADAL" clId="{93993B59-B27E-48AC-B8A1-E213306934EF}" dt="2025-07-16T16:42:08.980" v="7" actId="700"/>
        <pc:sldMkLst>
          <pc:docMk/>
          <pc:sldMk cId="332625079" sldId="3075"/>
        </pc:sldMkLst>
        <pc:spChg chg="del mod ord">
          <ac:chgData name="Thom Menssink" userId="11dc6b6b-56ec-4ff7-b967-8dccd2822258" providerId="ADAL" clId="{93993B59-B27E-48AC-B8A1-E213306934EF}" dt="2025-07-16T16:42:08.980" v="7" actId="700"/>
          <ac:spMkLst>
            <pc:docMk/>
            <pc:sldMk cId="332625079" sldId="3075"/>
            <ac:spMk id="2" creationId="{53A631BF-AF62-01D8-037F-80B0BB29C48A}"/>
          </ac:spMkLst>
        </pc:spChg>
        <pc:spChg chg="del mod ord">
          <ac:chgData name="Thom Menssink" userId="11dc6b6b-56ec-4ff7-b967-8dccd2822258" providerId="ADAL" clId="{93993B59-B27E-48AC-B8A1-E213306934EF}" dt="2025-07-16T16:42:08.980" v="7" actId="700"/>
          <ac:spMkLst>
            <pc:docMk/>
            <pc:sldMk cId="332625079" sldId="3075"/>
            <ac:spMk id="3" creationId="{E0BB3246-465E-B380-C97F-00D0EA3F5B5F}"/>
          </ac:spMkLst>
        </pc:spChg>
        <pc:spChg chg="add mod ord">
          <ac:chgData name="Thom Menssink" userId="11dc6b6b-56ec-4ff7-b967-8dccd2822258" providerId="ADAL" clId="{93993B59-B27E-48AC-B8A1-E213306934EF}" dt="2025-07-16T16:42:08.980" v="7" actId="700"/>
          <ac:spMkLst>
            <pc:docMk/>
            <pc:sldMk cId="332625079" sldId="3075"/>
            <ac:spMk id="4" creationId="{600A54D2-53E2-BA69-9B1B-09239F35F5CE}"/>
          </ac:spMkLst>
        </pc:spChg>
        <pc:spChg chg="add mod ord">
          <ac:chgData name="Thom Menssink" userId="11dc6b6b-56ec-4ff7-b967-8dccd2822258" providerId="ADAL" clId="{93993B59-B27E-48AC-B8A1-E213306934EF}" dt="2025-07-16T16:42:08.980" v="7" actId="700"/>
          <ac:spMkLst>
            <pc:docMk/>
            <pc:sldMk cId="332625079" sldId="3075"/>
            <ac:spMk id="5" creationId="{857BE4BD-FE03-EAF9-F34E-342CEA3CCC89}"/>
          </ac:spMkLst>
        </pc:spChg>
      </pc:sldChg>
      <pc:sldChg chg="addSp delSp modSp new mod modClrScheme chgLayout">
        <pc:chgData name="Thom Menssink" userId="11dc6b6b-56ec-4ff7-b967-8dccd2822258" providerId="ADAL" clId="{93993B59-B27E-48AC-B8A1-E213306934EF}" dt="2025-07-16T16:42:14.605" v="8" actId="700"/>
        <pc:sldMkLst>
          <pc:docMk/>
          <pc:sldMk cId="2653389648" sldId="3076"/>
        </pc:sldMkLst>
        <pc:spChg chg="del mod ord">
          <ac:chgData name="Thom Menssink" userId="11dc6b6b-56ec-4ff7-b967-8dccd2822258" providerId="ADAL" clId="{93993B59-B27E-48AC-B8A1-E213306934EF}" dt="2025-07-16T16:42:14.605" v="8" actId="700"/>
          <ac:spMkLst>
            <pc:docMk/>
            <pc:sldMk cId="2653389648" sldId="3076"/>
            <ac:spMk id="2" creationId="{80A74CC0-BA0F-B0DA-A2A3-68D5573B667F}"/>
          </ac:spMkLst>
        </pc:spChg>
        <pc:spChg chg="del mod ord">
          <ac:chgData name="Thom Menssink" userId="11dc6b6b-56ec-4ff7-b967-8dccd2822258" providerId="ADAL" clId="{93993B59-B27E-48AC-B8A1-E213306934EF}" dt="2025-07-16T16:42:14.605" v="8" actId="700"/>
          <ac:spMkLst>
            <pc:docMk/>
            <pc:sldMk cId="2653389648" sldId="3076"/>
            <ac:spMk id="3" creationId="{0938D6A0-DA06-D419-E4EC-B0223FA0DD2E}"/>
          </ac:spMkLst>
        </pc:spChg>
        <pc:spChg chg="add mod ord">
          <ac:chgData name="Thom Menssink" userId="11dc6b6b-56ec-4ff7-b967-8dccd2822258" providerId="ADAL" clId="{93993B59-B27E-48AC-B8A1-E213306934EF}" dt="2025-07-16T16:42:14.605" v="8" actId="700"/>
          <ac:spMkLst>
            <pc:docMk/>
            <pc:sldMk cId="2653389648" sldId="3076"/>
            <ac:spMk id="4" creationId="{716477EA-BD14-49C9-395E-06AC03559B9E}"/>
          </ac:spMkLst>
        </pc:spChg>
        <pc:spChg chg="add mod ord">
          <ac:chgData name="Thom Menssink" userId="11dc6b6b-56ec-4ff7-b967-8dccd2822258" providerId="ADAL" clId="{93993B59-B27E-48AC-B8A1-E213306934EF}" dt="2025-07-16T16:42:14.605" v="8" actId="700"/>
          <ac:spMkLst>
            <pc:docMk/>
            <pc:sldMk cId="2653389648" sldId="3076"/>
            <ac:spMk id="5" creationId="{813728A4-983A-DC46-F803-934B4F2BF57B}"/>
          </ac:spMkLst>
        </pc:spChg>
      </pc:sldChg>
    </pc:docChg>
  </pc:docChgLst>
  <pc:docChgLst>
    <pc:chgData name="Thom Menssink" userId="11dc6b6b-56ec-4ff7-b967-8dccd2822258" providerId="ADAL" clId="{D993E106-6A8D-496B-B9AD-878324CA6F90}"/>
    <pc:docChg chg="delSld modSld">
      <pc:chgData name="Thom Menssink" userId="11dc6b6b-56ec-4ff7-b967-8dccd2822258" providerId="ADAL" clId="{D993E106-6A8D-496B-B9AD-878324CA6F90}" dt="2025-05-21T17:01:25.916" v="26" actId="20577"/>
      <pc:docMkLst>
        <pc:docMk/>
      </pc:docMkLst>
      <pc:sldChg chg="del">
        <pc:chgData name="Thom Menssink" userId="11dc6b6b-56ec-4ff7-b967-8dccd2822258" providerId="ADAL" clId="{D993E106-6A8D-496B-B9AD-878324CA6F90}" dt="2025-05-21T17:01:03.945" v="1" actId="47"/>
        <pc:sldMkLst>
          <pc:docMk/>
          <pc:sldMk cId="1009701676" sldId="268"/>
        </pc:sldMkLst>
      </pc:sldChg>
      <pc:sldChg chg="del">
        <pc:chgData name="Thom Menssink" userId="11dc6b6b-56ec-4ff7-b967-8dccd2822258" providerId="ADAL" clId="{D993E106-6A8D-496B-B9AD-878324CA6F90}" dt="2025-05-21T17:01:04.116" v="2" actId="47"/>
        <pc:sldMkLst>
          <pc:docMk/>
          <pc:sldMk cId="3307386650" sldId="282"/>
        </pc:sldMkLst>
      </pc:sldChg>
      <pc:sldChg chg="del">
        <pc:chgData name="Thom Menssink" userId="11dc6b6b-56ec-4ff7-b967-8dccd2822258" providerId="ADAL" clId="{D993E106-6A8D-496B-B9AD-878324CA6F90}" dt="2025-05-21T17:01:03.488" v="0" actId="47"/>
        <pc:sldMkLst>
          <pc:docMk/>
          <pc:sldMk cId="1108874037" sldId="315"/>
        </pc:sldMkLst>
      </pc:sldChg>
      <pc:sldChg chg="del">
        <pc:chgData name="Thom Menssink" userId="11dc6b6b-56ec-4ff7-b967-8dccd2822258" providerId="ADAL" clId="{D993E106-6A8D-496B-B9AD-878324CA6F90}" dt="2025-05-21T17:01:05.074" v="8" actId="47"/>
        <pc:sldMkLst>
          <pc:docMk/>
          <pc:sldMk cId="2167180865" sldId="316"/>
        </pc:sldMkLst>
      </pc:sldChg>
      <pc:sldChg chg="del">
        <pc:chgData name="Thom Menssink" userId="11dc6b6b-56ec-4ff7-b967-8dccd2822258" providerId="ADAL" clId="{D993E106-6A8D-496B-B9AD-878324CA6F90}" dt="2025-05-21T17:01:04.451" v="4" actId="47"/>
        <pc:sldMkLst>
          <pc:docMk/>
          <pc:sldMk cId="1656515499" sldId="1233"/>
        </pc:sldMkLst>
      </pc:sldChg>
      <pc:sldChg chg="del">
        <pc:chgData name="Thom Menssink" userId="11dc6b6b-56ec-4ff7-b967-8dccd2822258" providerId="ADAL" clId="{D993E106-6A8D-496B-B9AD-878324CA6F90}" dt="2025-05-21T17:01:04.307" v="3" actId="47"/>
        <pc:sldMkLst>
          <pc:docMk/>
          <pc:sldMk cId="1986752029" sldId="1236"/>
        </pc:sldMkLst>
      </pc:sldChg>
      <pc:sldChg chg="del">
        <pc:chgData name="Thom Menssink" userId="11dc6b6b-56ec-4ff7-b967-8dccd2822258" providerId="ADAL" clId="{D993E106-6A8D-496B-B9AD-878324CA6F90}" dt="2025-05-21T17:01:04.632" v="5" actId="47"/>
        <pc:sldMkLst>
          <pc:docMk/>
          <pc:sldMk cId="1720279884" sldId="3056"/>
        </pc:sldMkLst>
      </pc:sldChg>
      <pc:sldChg chg="del">
        <pc:chgData name="Thom Menssink" userId="11dc6b6b-56ec-4ff7-b967-8dccd2822258" providerId="ADAL" clId="{D993E106-6A8D-496B-B9AD-878324CA6F90}" dt="2025-05-21T17:01:04.932" v="7" actId="47"/>
        <pc:sldMkLst>
          <pc:docMk/>
          <pc:sldMk cId="1708308940" sldId="3058"/>
        </pc:sldMkLst>
      </pc:sldChg>
      <pc:sldChg chg="del">
        <pc:chgData name="Thom Menssink" userId="11dc6b6b-56ec-4ff7-b967-8dccd2822258" providerId="ADAL" clId="{D993E106-6A8D-496B-B9AD-878324CA6F90}" dt="2025-05-21T17:01:04.770" v="6" actId="47"/>
        <pc:sldMkLst>
          <pc:docMk/>
          <pc:sldMk cId="1475466618" sldId="3061"/>
        </pc:sldMkLst>
      </pc:sldChg>
      <pc:sldChg chg="del">
        <pc:chgData name="Thom Menssink" userId="11dc6b6b-56ec-4ff7-b967-8dccd2822258" providerId="ADAL" clId="{D993E106-6A8D-496B-B9AD-878324CA6F90}" dt="2025-05-21T17:01:05.845" v="10" actId="47"/>
        <pc:sldMkLst>
          <pc:docMk/>
          <pc:sldMk cId="1836016367" sldId="3062"/>
        </pc:sldMkLst>
      </pc:sldChg>
      <pc:sldChg chg="del">
        <pc:chgData name="Thom Menssink" userId="11dc6b6b-56ec-4ff7-b967-8dccd2822258" providerId="ADAL" clId="{D993E106-6A8D-496B-B9AD-878324CA6F90}" dt="2025-05-21T17:01:06.290" v="12" actId="47"/>
        <pc:sldMkLst>
          <pc:docMk/>
          <pc:sldMk cId="1067059332" sldId="3063"/>
        </pc:sldMkLst>
      </pc:sldChg>
      <pc:sldChg chg="del">
        <pc:chgData name="Thom Menssink" userId="11dc6b6b-56ec-4ff7-b967-8dccd2822258" providerId="ADAL" clId="{D993E106-6A8D-496B-B9AD-878324CA6F90}" dt="2025-05-21T17:01:06.125" v="11" actId="47"/>
        <pc:sldMkLst>
          <pc:docMk/>
          <pc:sldMk cId="3350093159" sldId="3064"/>
        </pc:sldMkLst>
      </pc:sldChg>
      <pc:sldChg chg="del">
        <pc:chgData name="Thom Menssink" userId="11dc6b6b-56ec-4ff7-b967-8dccd2822258" providerId="ADAL" clId="{D993E106-6A8D-496B-B9AD-878324CA6F90}" dt="2025-05-21T17:01:06.481" v="13" actId="47"/>
        <pc:sldMkLst>
          <pc:docMk/>
          <pc:sldMk cId="1830539555" sldId="3065"/>
        </pc:sldMkLst>
      </pc:sldChg>
      <pc:sldChg chg="del">
        <pc:chgData name="Thom Menssink" userId="11dc6b6b-56ec-4ff7-b967-8dccd2822258" providerId="ADAL" clId="{D993E106-6A8D-496B-B9AD-878324CA6F90}" dt="2025-05-21T17:01:09.361" v="20" actId="47"/>
        <pc:sldMkLst>
          <pc:docMk/>
          <pc:sldMk cId="1895286340" sldId="3066"/>
        </pc:sldMkLst>
      </pc:sldChg>
      <pc:sldChg chg="del">
        <pc:chgData name="Thom Menssink" userId="11dc6b6b-56ec-4ff7-b967-8dccd2822258" providerId="ADAL" clId="{D993E106-6A8D-496B-B9AD-878324CA6F90}" dt="2025-05-21T17:01:12.199" v="22" actId="47"/>
        <pc:sldMkLst>
          <pc:docMk/>
          <pc:sldMk cId="76267730" sldId="3068"/>
        </pc:sldMkLst>
      </pc:sldChg>
      <pc:sldChg chg="del">
        <pc:chgData name="Thom Menssink" userId="11dc6b6b-56ec-4ff7-b967-8dccd2822258" providerId="ADAL" clId="{D993E106-6A8D-496B-B9AD-878324CA6F90}" dt="2025-05-21T17:01:08.741" v="19" actId="47"/>
        <pc:sldMkLst>
          <pc:docMk/>
          <pc:sldMk cId="666815633" sldId="3070"/>
        </pc:sldMkLst>
      </pc:sldChg>
      <pc:sldChg chg="modSp mod">
        <pc:chgData name="Thom Menssink" userId="11dc6b6b-56ec-4ff7-b967-8dccd2822258" providerId="ADAL" clId="{D993E106-6A8D-496B-B9AD-878324CA6F90}" dt="2025-05-21T17:01:25.916" v="26" actId="20577"/>
        <pc:sldMkLst>
          <pc:docMk/>
          <pc:sldMk cId="318458460" sldId="3071"/>
        </pc:sldMkLst>
        <pc:spChg chg="mod">
          <ac:chgData name="Thom Menssink" userId="11dc6b6b-56ec-4ff7-b967-8dccd2822258" providerId="ADAL" clId="{D993E106-6A8D-496B-B9AD-878324CA6F90}" dt="2025-05-21T17:01:25.916" v="26" actId="20577"/>
          <ac:spMkLst>
            <pc:docMk/>
            <pc:sldMk cId="318458460" sldId="3071"/>
            <ac:spMk id="5" creationId="{C5652F23-E7DF-432F-ED1E-3C43159C81F2}"/>
          </ac:spMkLst>
        </pc:spChg>
      </pc:sldChg>
      <pc:sldChg chg="del">
        <pc:chgData name="Thom Menssink" userId="11dc6b6b-56ec-4ff7-b967-8dccd2822258" providerId="ADAL" clId="{D993E106-6A8D-496B-B9AD-878324CA6F90}" dt="2025-05-21T17:01:10.144" v="21" actId="47"/>
        <pc:sldMkLst>
          <pc:docMk/>
          <pc:sldMk cId="3404520146" sldId="3073"/>
        </pc:sldMkLst>
      </pc:sldChg>
      <pc:sldChg chg="del">
        <pc:chgData name="Thom Menssink" userId="11dc6b6b-56ec-4ff7-b967-8dccd2822258" providerId="ADAL" clId="{D993E106-6A8D-496B-B9AD-878324CA6F90}" dt="2025-05-21T17:01:12.781" v="23" actId="47"/>
        <pc:sldMkLst>
          <pc:docMk/>
          <pc:sldMk cId="118978573" sldId="3074"/>
        </pc:sldMkLst>
      </pc:sldChg>
      <pc:sldChg chg="del">
        <pc:chgData name="Thom Menssink" userId="11dc6b6b-56ec-4ff7-b967-8dccd2822258" providerId="ADAL" clId="{D993E106-6A8D-496B-B9AD-878324CA6F90}" dt="2025-05-21T17:01:06.673" v="14" actId="47"/>
        <pc:sldMkLst>
          <pc:docMk/>
          <pc:sldMk cId="1240115690" sldId="3075"/>
        </pc:sldMkLst>
      </pc:sldChg>
      <pc:sldChg chg="del">
        <pc:chgData name="Thom Menssink" userId="11dc6b6b-56ec-4ff7-b967-8dccd2822258" providerId="ADAL" clId="{D993E106-6A8D-496B-B9AD-878324CA6F90}" dt="2025-05-21T17:01:07.042" v="15" actId="47"/>
        <pc:sldMkLst>
          <pc:docMk/>
          <pc:sldMk cId="1505531211" sldId="3076"/>
        </pc:sldMkLst>
      </pc:sldChg>
      <pc:sldChg chg="del">
        <pc:chgData name="Thom Menssink" userId="11dc6b6b-56ec-4ff7-b967-8dccd2822258" providerId="ADAL" clId="{D993E106-6A8D-496B-B9AD-878324CA6F90}" dt="2025-05-21T17:01:07.327" v="16" actId="47"/>
        <pc:sldMkLst>
          <pc:docMk/>
          <pc:sldMk cId="3125828546" sldId="3078"/>
        </pc:sldMkLst>
      </pc:sldChg>
      <pc:sldChg chg="del">
        <pc:chgData name="Thom Menssink" userId="11dc6b6b-56ec-4ff7-b967-8dccd2822258" providerId="ADAL" clId="{D993E106-6A8D-496B-B9AD-878324CA6F90}" dt="2025-05-21T17:01:05.223" v="9" actId="47"/>
        <pc:sldMkLst>
          <pc:docMk/>
          <pc:sldMk cId="1093243086" sldId="3080"/>
        </pc:sldMkLst>
      </pc:sldChg>
      <pc:sldChg chg="del">
        <pc:chgData name="Thom Menssink" userId="11dc6b6b-56ec-4ff7-b967-8dccd2822258" providerId="ADAL" clId="{D993E106-6A8D-496B-B9AD-878324CA6F90}" dt="2025-05-21T17:01:07.726" v="18" actId="47"/>
        <pc:sldMkLst>
          <pc:docMk/>
          <pc:sldMk cId="1693348761" sldId="3081"/>
        </pc:sldMkLst>
      </pc:sldChg>
      <pc:sldChg chg="del">
        <pc:chgData name="Thom Menssink" userId="11dc6b6b-56ec-4ff7-b967-8dccd2822258" providerId="ADAL" clId="{D993E106-6A8D-496B-B9AD-878324CA6F90}" dt="2025-05-21T17:01:07.570" v="17" actId="47"/>
        <pc:sldMkLst>
          <pc:docMk/>
          <pc:sldMk cId="162222959" sldId="3082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FB821-7FDB-4847-9C8F-8C34FC955B77}" type="datetimeFigureOut">
              <a:rPr lang="nl-NL" smtClean="0"/>
              <a:t>16-7-2025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64ACB-A513-4A94-AC46-0A5BFEDFD8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1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01F1AA80-13AD-AC24-128C-8D9EF7FE2229}"/>
              </a:ext>
            </a:extLst>
          </p:cNvPr>
          <p:cNvSpPr>
            <a:spLocks noChangeAspect="1"/>
          </p:cNvSpPr>
          <p:nvPr userDrawn="1"/>
        </p:nvSpPr>
        <p:spPr>
          <a:xfrm>
            <a:off x="-32825" y="-15558"/>
            <a:ext cx="12306270" cy="6912000"/>
          </a:xfrm>
          <a:custGeom>
            <a:avLst/>
            <a:gdLst/>
            <a:ahLst/>
            <a:cxnLst/>
            <a:rect l="l" t="t" r="r" b="b"/>
            <a:pathLst>
              <a:path w="18587591" h="10440030">
                <a:moveTo>
                  <a:pt x="0" y="0"/>
                </a:moveTo>
                <a:lnTo>
                  <a:pt x="18587590" y="0"/>
                </a:lnTo>
                <a:lnTo>
                  <a:pt x="18587590" y="10440030"/>
                </a:lnTo>
                <a:lnTo>
                  <a:pt x="0" y="1044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E13B9-DA9F-D401-A1A1-41F40C58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Pacaembu Bold" panose="020B0604020202020204" charset="0"/>
                <a:ea typeface="Pacaembu Bold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56BD8-CDFA-00A0-94D8-DE944394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941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F462FEBA-E470-AC52-8330-551EA7B4222A}"/>
              </a:ext>
            </a:extLst>
          </p:cNvPr>
          <p:cNvSpPr>
            <a:spLocks noChangeAspect="1"/>
          </p:cNvSpPr>
          <p:nvPr userDrawn="1"/>
        </p:nvSpPr>
        <p:spPr>
          <a:xfrm>
            <a:off x="-96143" y="-29024"/>
            <a:ext cx="12312000" cy="6915240"/>
          </a:xfrm>
          <a:custGeom>
            <a:avLst/>
            <a:gdLst/>
            <a:ahLst/>
            <a:cxnLst/>
            <a:rect l="l" t="t" r="r" b="b"/>
            <a:pathLst>
              <a:path w="18585883" h="10439071">
                <a:moveTo>
                  <a:pt x="0" y="0"/>
                </a:moveTo>
                <a:lnTo>
                  <a:pt x="18585883" y="0"/>
                </a:lnTo>
                <a:lnTo>
                  <a:pt x="18585883" y="10439071"/>
                </a:lnTo>
                <a:lnTo>
                  <a:pt x="0" y="1043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804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966C31B-F085-A9E9-D539-C0554D2DEDE8}"/>
              </a:ext>
            </a:extLst>
          </p:cNvPr>
          <p:cNvSpPr>
            <a:spLocks noChangeAspect="1"/>
          </p:cNvSpPr>
          <p:nvPr userDrawn="1"/>
        </p:nvSpPr>
        <p:spPr>
          <a:xfrm>
            <a:off x="-40417" y="-32083"/>
            <a:ext cx="12306231" cy="6912000"/>
          </a:xfrm>
          <a:custGeom>
            <a:avLst/>
            <a:gdLst/>
            <a:ahLst/>
            <a:cxnLst/>
            <a:rect l="l" t="t" r="r" b="b"/>
            <a:pathLst>
              <a:path w="18586645" h="10439499">
                <a:moveTo>
                  <a:pt x="0" y="0"/>
                </a:moveTo>
                <a:lnTo>
                  <a:pt x="18586644" y="0"/>
                </a:lnTo>
                <a:lnTo>
                  <a:pt x="18586644" y="10439498"/>
                </a:lnTo>
                <a:lnTo>
                  <a:pt x="0" y="1043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410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A118271C-7315-3760-792D-4B226C802E7A}"/>
              </a:ext>
            </a:extLst>
          </p:cNvPr>
          <p:cNvSpPr>
            <a:spLocks noChangeAspect="1"/>
          </p:cNvSpPr>
          <p:nvPr userDrawn="1"/>
        </p:nvSpPr>
        <p:spPr>
          <a:xfrm>
            <a:off x="-29177" y="-4875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30042" h="10423149">
                <a:moveTo>
                  <a:pt x="0" y="0"/>
                </a:moveTo>
                <a:lnTo>
                  <a:pt x="18530043" y="0"/>
                </a:lnTo>
                <a:lnTo>
                  <a:pt x="18530043" y="10423149"/>
                </a:lnTo>
                <a:lnTo>
                  <a:pt x="0" y="1042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" r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188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D4F56BBD-007C-B948-77A1-D6A8ADB90F2E}"/>
              </a:ext>
            </a:extLst>
          </p:cNvPr>
          <p:cNvSpPr>
            <a:spLocks noChangeAspect="1"/>
          </p:cNvSpPr>
          <p:nvPr userDrawn="1"/>
        </p:nvSpPr>
        <p:spPr>
          <a:xfrm>
            <a:off x="-32221" y="-5046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92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06A8B41A-00E9-0D6B-D1A1-E9E7E7B3A8A4}"/>
              </a:ext>
            </a:extLst>
          </p:cNvPr>
          <p:cNvSpPr>
            <a:spLocks noChangeAspect="1"/>
          </p:cNvSpPr>
          <p:nvPr userDrawn="1"/>
        </p:nvSpPr>
        <p:spPr>
          <a:xfrm>
            <a:off x="-34317" y="1761"/>
            <a:ext cx="12276000" cy="6905250"/>
          </a:xfrm>
          <a:custGeom>
            <a:avLst/>
            <a:gdLst/>
            <a:ahLst/>
            <a:cxnLst/>
            <a:rect l="l" t="t" r="r" b="b"/>
            <a:pathLst>
              <a:path w="18533500" h="10425094">
                <a:moveTo>
                  <a:pt x="0" y="0"/>
                </a:moveTo>
                <a:lnTo>
                  <a:pt x="18533501" y="0"/>
                </a:lnTo>
                <a:lnTo>
                  <a:pt x="18533501" y="10425094"/>
                </a:lnTo>
                <a:lnTo>
                  <a:pt x="0" y="10425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8" b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109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493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E5C8-7827-0A55-3A7C-AC641309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846AE-FF49-D7BD-BA08-5E03DFB8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417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acaembu Bold" panose="020B0604020202020204" charset="0"/>
          <a:ea typeface="Pacaembu Bold" panose="020B060402020202020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C2AF-C4E9-03DA-CF88-6398307E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B87CD1F-094D-A54F-9964-86794728E4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Agenda?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C5652F23-E7DF-432F-ED1E-3C43159C8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abc</a:t>
            </a:r>
          </a:p>
        </p:txBody>
      </p:sp>
    </p:spTree>
    <p:extLst>
      <p:ext uri="{BB962C8B-B14F-4D97-AF65-F5344CB8AC3E}">
        <p14:creationId xmlns:p14="http://schemas.microsoft.com/office/powerpoint/2010/main" val="31845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D552-2393-CFDB-90F5-B67F69BE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83D2-33DA-9481-C0C4-89D623F64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800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C16295-A57E-1800-11BD-A2B54A24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CEE376-1C39-1A02-3263-727FF9B86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628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934947-020B-173F-E17D-344E7018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36CF5D-DF25-27A9-D0FE-006D2030C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884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0A54D2-53E2-BA69-9B1B-09239F35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7BE4BD-FE03-EAF9-F34E-342CEA3CC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62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6477EA-BD14-49C9-395E-06AC0355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3728A4-983A-DC46-F803-934B4F2BF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3389648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AI-First Transformatie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Presentatie voor Leadership Team</a:t>
            </a:r>
          </a:p>
          <a:p>
            <a:r>
              <a:t>• Richting een AI-native organisatie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Doelen juli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Autonome AI-softwarefabriek operationeel</a:t>
            </a:r>
          </a:p>
          <a:p>
            <a:r>
              <a:t>• Legacy systemen onderhouden door AI</a:t>
            </a:r>
          </a:p>
          <a:p>
            <a:r>
              <a:t>• AI-gedreven marketing &amp; sales actief</a:t>
            </a:r>
          </a:p>
          <a:p>
            <a:r>
              <a:t>• AI-producten op schaal leverbaar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Vier-Plateauplan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Plateau 1: Fundament voor productie – Bootcamps, tooling, use cases</a:t>
            </a:r>
          </a:p>
          <a:p>
            <a:r>
              <a:t>• Plateau 2: Opschaling &amp; verdichting – AI-funnel, klantcampagnes</a:t>
            </a:r>
          </a:p>
          <a:p>
            <a:r>
              <a:t>• Plateau 3: Productie &amp; levering – Agents, migratie, feedbackloops</a:t>
            </a:r>
          </a:p>
          <a:p>
            <a:r>
              <a:t>• Plateau 4: Volledige AI-integratie – operatie, merk en strategie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Plateau 1 – Oriëntatie &amp; Experimentfase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Bootcamp voor de hele organisatie</a:t>
            </a:r>
          </a:p>
          <a:p>
            <a:r>
              <a:t>• Eerste 3–5 AI-use cases live</a:t>
            </a:r>
          </a:p>
          <a:p>
            <a:r>
              <a:t>• Stack &amp; tooling getest</a:t>
            </a:r>
          </a:p>
          <a:p>
            <a:r>
              <a:t>• Rollen en teams geherstructureerd</a:t>
            </a:r>
          </a:p>
          <a:p>
            <a:r>
              <a:t>→ Doel: Fundament voor AI-productie in 3 maanden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📘 Hoofdstuk 01 – Inleiding &amp; Urgentie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Leadership Rol: Visieleider</a:t>
            </a:r>
          </a:p>
          <a:p>
            <a:r>
              <a:t>• Transitie Rol: — | Lijnrol: —</a:t>
            </a:r>
          </a:p>
          <a:p>
            <a:r>
              <a:t>• Duidelijke urgentie communiceren richting hele organisatie</a:t>
            </a:r>
          </a:p>
          <a:p>
            <a:r>
              <a:t>• Waarom AI-transitie nú nodig is – context en tempo</a:t>
            </a:r>
          </a:p>
          <a:p>
            <a:r>
              <a:t>• Verwachtingen over inzet en impact uitspreken</a:t>
            </a:r>
          </a:p>
          <a:p>
            <a:r>
              <a:t>→ Gekoppelde doelen:</a:t>
            </a:r>
          </a:p>
          <a:p>
            <a:r>
              <a:t>  - Geen churn van klanten</a:t>
            </a:r>
          </a:p>
          <a:p>
            <a:r>
              <a:t>  - Erkend worden als AI-bedrijf in verzekeringsmarkt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t">
        <a:normAutofit fontScale="92500" lnSpcReduction="10000"/>
      </a:bodyPr>
      <a:lstStyle>
        <a:defPPr marL="0" indent="0" algn="l">
          <a:buNone/>
          <a:tabLst>
            <a:tab pos="5648325" algn="l"/>
          </a:tabLst>
          <a:defRPr sz="1900" b="1" dirty="0" smtClean="0">
            <a:solidFill>
              <a:srgbClr val="13136B"/>
            </a:solidFill>
            <a:cs typeface="poppin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A57A26-6AF1-4B33-9F1F-0249E5132304}" vid="{17BFE8BE-CAD7-4712-9A7F-8D7F244BCEC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9eb1f99d-12c4-49e5-85a4-620e743dc1e5" xsi:nil="true"/>
    <MigrationWizId xmlns="9eb1f99d-12c4-49e5-85a4-620e743dc1e5">eee12f4b-a190-48de-af78-20f40c3944c8</MigrationWizId>
    <MigrationWizIdSecurityGroups xmlns="9eb1f99d-12c4-49e5-85a4-620e743dc1e5" xsi:nil="true"/>
    <MigrationWizIdPermissions xmlns="9eb1f99d-12c4-49e5-85a4-620e743dc1e5" xsi:nil="true"/>
    <MigrationWizIdVersion xmlns="9eb1f99d-12c4-49e5-85a4-620e743dc1e5">eee12f4b-a190-48de-af78-20f40c3944c8-638724401210000000</MigrationWizIdVersion>
    <MigrationWizIdDocumentLibraryPermissions xmlns="9eb1f99d-12c4-49e5-85a4-620e743dc1e5" xsi:nil="true"/>
    <TaxCatchAll xmlns="186b1660-588b-48de-9a87-1f1a49bd1f07" xsi:nil="true"/>
    <lcf76f155ced4ddcb4097134ff3c332f xmlns="9eb1f99d-12c4-49e5-85a4-620e743dc1e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894CF958A0284AB7E1BEB73B771D38" ma:contentTypeVersion="16" ma:contentTypeDescription="Create a new document." ma:contentTypeScope="" ma:versionID="52b56c8f6613076398326e94d6cf076c">
  <xsd:schema xmlns:xsd="http://www.w3.org/2001/XMLSchema" xmlns:xs="http://www.w3.org/2001/XMLSchema" xmlns:p="http://schemas.microsoft.com/office/2006/metadata/properties" xmlns:ns2="9eb1f99d-12c4-49e5-85a4-620e743dc1e5" xmlns:ns3="186b1660-588b-48de-9a87-1f1a49bd1f07" targetNamespace="http://schemas.microsoft.com/office/2006/metadata/properties" ma:root="true" ma:fieldsID="d23cc863c3548444facb85834d516f80" ns2:_="" ns3:_="">
    <xsd:import namespace="9eb1f99d-12c4-49e5-85a4-620e743dc1e5"/>
    <xsd:import namespace="186b1660-588b-48de-9a87-1f1a49bd1f07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b1f99d-12c4-49e5-85a4-620e743dc1e5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igrationWizIdPermissionLevels" ma:index="11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2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3" nillable="true" ma:displayName="MigrationWizIdSecurityGroups" ma:internalName="MigrationWizIdSecurityGroups">
      <xsd:simpleType>
        <xsd:restriction base="dms:Text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09abfa2-96c7-40da-b3d4-1e99e413a6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b1660-588b-48de-9a87-1f1a49bd1f07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c21b974-2c76-4a94-84bf-410c467e9cf7}" ma:internalName="TaxCatchAll" ma:showField="CatchAllData" ma:web="186b1660-588b-48de-9a87-1f1a49bd1f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C56EDA-FBC7-4C72-B397-284B4696E7AA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9eb1f99d-12c4-49e5-85a4-620e743dc1e5"/>
    <ds:schemaRef ds:uri="http://schemas.microsoft.com/office/2006/metadata/properties"/>
    <ds:schemaRef ds:uri="http://www.w3.org/XML/1998/namespace"/>
    <ds:schemaRef ds:uri="186b1660-588b-48de-9a87-1f1a49bd1f07"/>
  </ds:schemaRefs>
</ds:datastoreItem>
</file>

<file path=customXml/itemProps2.xml><?xml version="1.0" encoding="utf-8"?>
<ds:datastoreItem xmlns:ds="http://schemas.openxmlformats.org/officeDocument/2006/customXml" ds:itemID="{991A9039-4654-4688-BED5-EDA08FE64B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9A2D15-FCE6-4CB9-B101-818C350AAC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b1f99d-12c4-49e5-85a4-620e743dc1e5"/>
    <ds:schemaRef ds:uri="186b1660-588b-48de-9a87-1f1a49bd1f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Inpact PP Template 2024</Template>
  <TotalTime>0</TotalTime>
  <Words>3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Pacaembu Bold</vt:lpstr>
      <vt:lpstr>Poppins</vt:lpstr>
      <vt:lpstr>Main</vt:lpstr>
      <vt:lpstr>Agenda?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Organisatie Inpact</dc:title>
  <dc:creator>Thom M.H.J. Menssink | Inpact</dc:creator>
  <cp:lastModifiedBy>Thom Menssink</cp:lastModifiedBy>
  <cp:revision>44</cp:revision>
  <dcterms:created xsi:type="dcterms:W3CDTF">2024-12-09T14:08:06Z</dcterms:created>
  <dcterms:modified xsi:type="dcterms:W3CDTF">2025-07-16T16:42:14Z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0x010100ED894CF958A0284AB7E1BEB73B771D38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bool>false</vt:bool>
  </property>
  <property fmtid="{D5CDD505-2E9C-101B-9397-08002B2CF9AE}" pid="9" name="MediaServiceImageTags">
    <vt:lpwstr/>
  </property>
</Properties>
</file>