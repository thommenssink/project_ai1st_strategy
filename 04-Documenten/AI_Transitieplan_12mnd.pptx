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Transitieplan: Van Softwarebedrijf naar AI-First Organisatie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12 maanden van fundering tot volledige AI-integratie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WHY – Waarom we dit doen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Geen gewone verandering – een ervaring die jouw werkleven verandert</a:t>
            </a:r>
          </a:p>
          <a:p>
            <a:r>
              <a:t>• AI maakt werk slimmer, sneller en leuker (Tier 1)</a:t>
            </a:r>
          </a:p>
          <a:p>
            <a:r>
              <a:t>• Producten ontstaan in onze AI Software Factory (Tier 2)</a:t>
            </a:r>
          </a:p>
          <a:p>
            <a:r>
              <a:t>• Alles wat we leveren is AI-enabled (Tier 3)</a:t>
            </a:r>
          </a:p>
          <a:p>
            <a:r>
              <a:t>• Iedereen krijgt de kans om voorop te lopen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Strategisch Doel (12 maanden)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TIER 1 – AI-gedreven werkprocessen</a:t>
            </a:r>
          </a:p>
          <a:p>
            <a:r>
              <a:t>• TIER 2 – AI Software Fabriek</a:t>
            </a:r>
          </a:p>
          <a:p>
            <a:r>
              <a:t>• TIER 3 – AI-enabled klantproducten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 leggen (0-3 maanden)</a:t>
            </a:r>
          </a:p>
          <a:p>
            <a:r>
              <a:t>2. Parallelle sporen starten (3-6 maanden)</a:t>
            </a:r>
          </a:p>
          <a:p>
            <a:r>
              <a:t>3. Schalen &amp; borgen (6-9 maanden)</a:t>
            </a:r>
          </a:p>
          <a:p>
            <a:r>
              <a:t>4. Volledige AI-integratie (9-12 maanden)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Medewerkersstrategie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AI-trekkers: versnellen, bouwen, leiden</a:t>
            </a:r>
          </a:p>
          <a:p>
            <a:r>
              <a:t>• Beheerders: stabiliteit, kennisborging</a:t>
            </a:r>
          </a:p>
          <a:p>
            <a:r>
              <a:t>• Weerstandsgroep: begeleiden, eerlijk pad</a:t>
            </a:r>
          </a:p>
          <a:p>
            <a:r>
              <a:t>• Critical Roles Matrix &amp; capaciteitsbuffer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 Communicatie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Kort, activerend en transparant</a:t>
            </a:r>
          </a:p>
          <a:p>
            <a:r>
              <a:t>• Successen snel zichtbaar maken</a:t>
            </a:r>
          </a:p>
          <a:p>
            <a:r>
              <a:t>• Trots en collectieve prestatie centraal</a:t>
            </a:r>
          </a:p>
          <a:p>
            <a:r>
              <a:t>• Voorbeelden: 'AI verandert alles – en jij bent erbij.'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Belangrijkste Principes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Werk in 2 snelheden</a:t>
            </a:r>
          </a:p>
          <a:p>
            <a:r>
              <a:t>• Gedrag &gt; functie</a:t>
            </a:r>
          </a:p>
          <a:p>
            <a:r>
              <a:t>• Geef ruimte aan wie wil</a:t>
            </a:r>
          </a:p>
          <a:p>
            <a:r>
              <a:t>• Geen IT-feestje – bedrijfsbrede revolutie</a:t>
            </a:r>
          </a:p>
          <a:p>
            <a:r>
              <a:t>• Vier kleine én grote successen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Klaar voor actie?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Kernteam gevormd</a:t>
            </a:r>
          </a:p>
          <a:p>
            <a:r>
              <a:t>• Rollenmatrix opgesteld</a:t>
            </a:r>
          </a:p>
          <a:p>
            <a:r>
              <a:t>• Communicatiecampagne gestart</a:t>
            </a:r>
          </a:p>
          <a:p>
            <a:r>
              <a:t>• Eerste AI-pilot actief</a:t>
            </a:r>
          </a:p>
          <a:p>
            <a:r>
              <a:t>• Legacy gestabiliseerd</a:t>
            </a:r>
          </a:p>
          <a:p>
            <a:r>
              <a:t>• Roadmap gedeeld met medewerkers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Laatste Woorden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“We doen dit niet omdat het makkelijk is, maar omdat het groots is.</a:t>
            </a:r>
          </a:p>
          <a:p>
            <a:r>
              <a:t>Omdat we samen iets bouwen dat blijvend verschil maakt.”</a:t>
            </a:r>
          </a:p>
          <a:p/>
          <a:p>
            <a:r>
              <a:t>#AIFirst #Transitie2025 #SamenVooruit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