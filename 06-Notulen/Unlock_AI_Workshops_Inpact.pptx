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5" r:id="rId5"/>
    <p:sldId id="272" r:id="rId6"/>
    <p:sldId id="273" r:id="rId7"/>
    <p:sldId id="274" r:id="rId8"/>
    <p:sldId id="276" r:id="rId9"/>
    <p:sldId id="277" r:id="rId10"/>
    <p:sldId id="278" r:id="rId17"/>
    <p:sldId id="279" r:id="rId18"/>
    <p:sldId id="280" r:id="rId19"/>
  </p:sldIdLst>
  <p:sldSz cx="12192000" cy="6858000"/>
  <p:notesSz cx="7315200" cy="96012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255CD9-9202-4585-9037-244F9B67F007}" v="5" dt="2025-04-04T16:24:30.8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10" Type="http://schemas.openxmlformats.org/officeDocument/2006/relationships/slide" Target="slides/slide6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 Menssink" userId="11dc6b6b-56ec-4ff7-b967-8dccd2822258" providerId="ADAL" clId="{BF255CD9-9202-4585-9037-244F9B67F007}"/>
    <pc:docChg chg="custSel addSld delSld modSld sldOrd">
      <pc:chgData name="Thom Menssink" userId="11dc6b6b-56ec-4ff7-b967-8dccd2822258" providerId="ADAL" clId="{BF255CD9-9202-4585-9037-244F9B67F007}" dt="2025-04-06T12:26:44.945" v="79" actId="20577"/>
      <pc:docMkLst>
        <pc:docMk/>
      </pc:docMkLst>
      <pc:sldChg chg="del">
        <pc:chgData name="Thom Menssink" userId="11dc6b6b-56ec-4ff7-b967-8dccd2822258" providerId="ADAL" clId="{BF255CD9-9202-4585-9037-244F9B67F007}" dt="2025-04-04T16:23:59.761" v="0" actId="47"/>
        <pc:sldMkLst>
          <pc:docMk/>
          <pc:sldMk cId="2148016687" sldId="256"/>
        </pc:sldMkLst>
      </pc:sldChg>
      <pc:sldChg chg="del">
        <pc:chgData name="Thom Menssink" userId="11dc6b6b-56ec-4ff7-b967-8dccd2822258" providerId="ADAL" clId="{BF255CD9-9202-4585-9037-244F9B67F007}" dt="2025-04-04T16:24:00.200" v="1" actId="47"/>
        <pc:sldMkLst>
          <pc:docMk/>
          <pc:sldMk cId="2112314366" sldId="257"/>
        </pc:sldMkLst>
      </pc:sldChg>
      <pc:sldChg chg="del">
        <pc:chgData name="Thom Menssink" userId="11dc6b6b-56ec-4ff7-b967-8dccd2822258" providerId="ADAL" clId="{BF255CD9-9202-4585-9037-244F9B67F007}" dt="2025-04-04T16:24:00.613" v="2" actId="47"/>
        <pc:sldMkLst>
          <pc:docMk/>
          <pc:sldMk cId="3312767882" sldId="258"/>
        </pc:sldMkLst>
      </pc:sldChg>
      <pc:sldChg chg="del">
        <pc:chgData name="Thom Menssink" userId="11dc6b6b-56ec-4ff7-b967-8dccd2822258" providerId="ADAL" clId="{BF255CD9-9202-4585-9037-244F9B67F007}" dt="2025-04-04T16:24:01.059" v="3" actId="47"/>
        <pc:sldMkLst>
          <pc:docMk/>
          <pc:sldMk cId="1152121291" sldId="259"/>
        </pc:sldMkLst>
      </pc:sldChg>
      <pc:sldChg chg="del">
        <pc:chgData name="Thom Menssink" userId="11dc6b6b-56ec-4ff7-b967-8dccd2822258" providerId="ADAL" clId="{BF255CD9-9202-4585-9037-244F9B67F007}" dt="2025-04-04T16:24:01.500" v="4" actId="47"/>
        <pc:sldMkLst>
          <pc:docMk/>
          <pc:sldMk cId="2626465621" sldId="260"/>
        </pc:sldMkLst>
      </pc:sldChg>
      <pc:sldChg chg="del">
        <pc:chgData name="Thom Menssink" userId="11dc6b6b-56ec-4ff7-b967-8dccd2822258" providerId="ADAL" clId="{BF255CD9-9202-4585-9037-244F9B67F007}" dt="2025-04-04T16:24:02.904" v="6" actId="47"/>
        <pc:sldMkLst>
          <pc:docMk/>
          <pc:sldMk cId="3953614761" sldId="261"/>
        </pc:sldMkLst>
      </pc:sldChg>
      <pc:sldChg chg="del">
        <pc:chgData name="Thom Menssink" userId="11dc6b6b-56ec-4ff7-b967-8dccd2822258" providerId="ADAL" clId="{BF255CD9-9202-4585-9037-244F9B67F007}" dt="2025-04-04T16:24:01.911" v="5" actId="47"/>
        <pc:sldMkLst>
          <pc:docMk/>
          <pc:sldMk cId="2964289555" sldId="262"/>
        </pc:sldMkLst>
      </pc:sldChg>
      <pc:sldChg chg="del">
        <pc:chgData name="Thom Menssink" userId="11dc6b6b-56ec-4ff7-b967-8dccd2822258" providerId="ADAL" clId="{BF255CD9-9202-4585-9037-244F9B67F007}" dt="2025-04-04T16:24:03.328" v="7" actId="47"/>
        <pc:sldMkLst>
          <pc:docMk/>
          <pc:sldMk cId="2396867192" sldId="263"/>
        </pc:sldMkLst>
      </pc:sldChg>
      <pc:sldChg chg="del">
        <pc:chgData name="Thom Menssink" userId="11dc6b6b-56ec-4ff7-b967-8dccd2822258" providerId="ADAL" clId="{BF255CD9-9202-4585-9037-244F9B67F007}" dt="2025-04-04T16:24:03.589" v="8" actId="47"/>
        <pc:sldMkLst>
          <pc:docMk/>
          <pc:sldMk cId="3517289052" sldId="264"/>
        </pc:sldMkLst>
      </pc:sldChg>
      <pc:sldChg chg="del">
        <pc:chgData name="Thom Menssink" userId="11dc6b6b-56ec-4ff7-b967-8dccd2822258" providerId="ADAL" clId="{BF255CD9-9202-4585-9037-244F9B67F007}" dt="2025-04-04T16:24:04.095" v="9" actId="47"/>
        <pc:sldMkLst>
          <pc:docMk/>
          <pc:sldMk cId="3699464288" sldId="265"/>
        </pc:sldMkLst>
      </pc:sldChg>
      <pc:sldChg chg="del">
        <pc:chgData name="Thom Menssink" userId="11dc6b6b-56ec-4ff7-b967-8dccd2822258" providerId="ADAL" clId="{BF255CD9-9202-4585-9037-244F9B67F007}" dt="2025-04-04T16:24:04.476" v="10" actId="47"/>
        <pc:sldMkLst>
          <pc:docMk/>
          <pc:sldMk cId="463657945" sldId="266"/>
        </pc:sldMkLst>
      </pc:sldChg>
      <pc:sldChg chg="del">
        <pc:chgData name="Thom Menssink" userId="11dc6b6b-56ec-4ff7-b967-8dccd2822258" providerId="ADAL" clId="{BF255CD9-9202-4585-9037-244F9B67F007}" dt="2025-04-04T16:24:04.696" v="11" actId="47"/>
        <pc:sldMkLst>
          <pc:docMk/>
          <pc:sldMk cId="2109346557" sldId="267"/>
        </pc:sldMkLst>
      </pc:sldChg>
      <pc:sldChg chg="del">
        <pc:chgData name="Thom Menssink" userId="11dc6b6b-56ec-4ff7-b967-8dccd2822258" providerId="ADAL" clId="{BF255CD9-9202-4585-9037-244F9B67F007}" dt="2025-04-04T16:24:05.536" v="12" actId="47"/>
        <pc:sldMkLst>
          <pc:docMk/>
          <pc:sldMk cId="4060833216" sldId="268"/>
        </pc:sldMkLst>
      </pc:sldChg>
      <pc:sldChg chg="del">
        <pc:chgData name="Thom Menssink" userId="11dc6b6b-56ec-4ff7-b967-8dccd2822258" providerId="ADAL" clId="{BF255CD9-9202-4585-9037-244F9B67F007}" dt="2025-04-04T16:24:05.756" v="13" actId="47"/>
        <pc:sldMkLst>
          <pc:docMk/>
          <pc:sldMk cId="3740431292" sldId="269"/>
        </pc:sldMkLst>
      </pc:sldChg>
      <pc:sldChg chg="del">
        <pc:chgData name="Thom Menssink" userId="11dc6b6b-56ec-4ff7-b967-8dccd2822258" providerId="ADAL" clId="{BF255CD9-9202-4585-9037-244F9B67F007}" dt="2025-04-04T16:24:06.112" v="14" actId="47"/>
        <pc:sldMkLst>
          <pc:docMk/>
          <pc:sldMk cId="3594601387" sldId="270"/>
        </pc:sldMkLst>
      </pc:sldChg>
      <pc:sldChg chg="del">
        <pc:chgData name="Thom Menssink" userId="11dc6b6b-56ec-4ff7-b967-8dccd2822258" providerId="ADAL" clId="{BF255CD9-9202-4585-9037-244F9B67F007}" dt="2025-04-04T16:24:06.569" v="15" actId="47"/>
        <pc:sldMkLst>
          <pc:docMk/>
          <pc:sldMk cId="3570475315" sldId="271"/>
        </pc:sldMkLst>
      </pc:sldChg>
      <pc:sldChg chg="addSp delSp modSp mod">
        <pc:chgData name="Thom Menssink" userId="11dc6b6b-56ec-4ff7-b967-8dccd2822258" providerId="ADAL" clId="{BF255CD9-9202-4585-9037-244F9B67F007}" dt="2025-04-04T16:24:13.917" v="16" actId="478"/>
        <pc:sldMkLst>
          <pc:docMk/>
          <pc:sldMk cId="969198164" sldId="272"/>
        </pc:sldMkLst>
        <pc:spChg chg="add mod">
          <ac:chgData name="Thom Menssink" userId="11dc6b6b-56ec-4ff7-b967-8dccd2822258" providerId="ADAL" clId="{BF255CD9-9202-4585-9037-244F9B67F007}" dt="2025-04-04T16:24:13.917" v="16" actId="478"/>
          <ac:spMkLst>
            <pc:docMk/>
            <pc:sldMk cId="969198164" sldId="272"/>
            <ac:spMk id="9" creationId="{77526EEC-DFFD-A1B5-F724-F917E18C53CB}"/>
          </ac:spMkLst>
        </pc:spChg>
        <pc:spChg chg="add mod">
          <ac:chgData name="Thom Menssink" userId="11dc6b6b-56ec-4ff7-b967-8dccd2822258" providerId="ADAL" clId="{BF255CD9-9202-4585-9037-244F9B67F007}" dt="2025-04-04T16:24:13.917" v="16" actId="478"/>
          <ac:spMkLst>
            <pc:docMk/>
            <pc:sldMk cId="969198164" sldId="272"/>
            <ac:spMk id="11" creationId="{CF171F3A-377D-6F03-7641-2240A31ADB3C}"/>
          </ac:spMkLst>
        </pc:spChg>
      </pc:sldChg>
      <pc:sldChg chg="addSp delSp modSp add mod modClrScheme chgLayout">
        <pc:chgData name="Thom Menssink" userId="11dc6b6b-56ec-4ff7-b967-8dccd2822258" providerId="ADAL" clId="{BF255CD9-9202-4585-9037-244F9B67F007}" dt="2025-04-04T16:24:36.627" v="22" actId="700"/>
        <pc:sldMkLst>
          <pc:docMk/>
          <pc:sldMk cId="1942917983" sldId="273"/>
        </pc:sldMkLst>
        <pc:spChg chg="add mod ord">
          <ac:chgData name="Thom Menssink" userId="11dc6b6b-56ec-4ff7-b967-8dccd2822258" providerId="ADAL" clId="{BF255CD9-9202-4585-9037-244F9B67F007}" dt="2025-04-04T16:24:36.627" v="22" actId="700"/>
          <ac:spMkLst>
            <pc:docMk/>
            <pc:sldMk cId="1942917983" sldId="273"/>
            <ac:spMk id="2" creationId="{30AB5A7C-F92F-704D-094B-E569AFC2929F}"/>
          </ac:spMkLst>
        </pc:spChg>
        <pc:spChg chg="add mod ord">
          <ac:chgData name="Thom Menssink" userId="11dc6b6b-56ec-4ff7-b967-8dccd2822258" providerId="ADAL" clId="{BF255CD9-9202-4585-9037-244F9B67F007}" dt="2025-04-04T16:24:36.627" v="22" actId="700"/>
          <ac:spMkLst>
            <pc:docMk/>
            <pc:sldMk cId="1942917983" sldId="273"/>
            <ac:spMk id="3" creationId="{B542B30B-30E2-78D7-B272-FD34FE6F417F}"/>
          </ac:spMkLst>
        </pc:spChg>
      </pc:sldChg>
      <pc:sldChg chg="addSp delSp modSp add mod modClrScheme chgLayout">
        <pc:chgData name="Thom Menssink" userId="11dc6b6b-56ec-4ff7-b967-8dccd2822258" providerId="ADAL" clId="{BF255CD9-9202-4585-9037-244F9B67F007}" dt="2025-04-04T16:24:40.545" v="23" actId="700"/>
        <pc:sldMkLst>
          <pc:docMk/>
          <pc:sldMk cId="373844576" sldId="274"/>
        </pc:sldMkLst>
        <pc:spChg chg="add mod ord">
          <ac:chgData name="Thom Menssink" userId="11dc6b6b-56ec-4ff7-b967-8dccd2822258" providerId="ADAL" clId="{BF255CD9-9202-4585-9037-244F9B67F007}" dt="2025-04-04T16:24:40.545" v="23" actId="700"/>
          <ac:spMkLst>
            <pc:docMk/>
            <pc:sldMk cId="373844576" sldId="274"/>
            <ac:spMk id="2" creationId="{B9AA6148-35B2-8FAE-0518-9E6DC60908C0}"/>
          </ac:spMkLst>
        </pc:spChg>
        <pc:spChg chg="add mod ord">
          <ac:chgData name="Thom Menssink" userId="11dc6b6b-56ec-4ff7-b967-8dccd2822258" providerId="ADAL" clId="{BF255CD9-9202-4585-9037-244F9B67F007}" dt="2025-04-04T16:24:40.545" v="23" actId="700"/>
          <ac:spMkLst>
            <pc:docMk/>
            <pc:sldMk cId="373844576" sldId="274"/>
            <ac:spMk id="3" creationId="{0F4B3072-0F66-C58C-9EA4-DABED024401A}"/>
          </ac:spMkLst>
        </pc:spChg>
      </pc:sldChg>
      <pc:sldChg chg="addSp delSp modSp add mod ord modClrScheme chgLayout">
        <pc:chgData name="Thom Menssink" userId="11dc6b6b-56ec-4ff7-b967-8dccd2822258" providerId="ADAL" clId="{BF255CD9-9202-4585-9037-244F9B67F007}" dt="2025-04-06T12:26:44.945" v="79" actId="20577"/>
        <pc:sldMkLst>
          <pc:docMk/>
          <pc:sldMk cId="2954576355" sldId="275"/>
        </pc:sldMkLst>
        <pc:spChg chg="add mod ord">
          <ac:chgData name="Thom Menssink" userId="11dc6b6b-56ec-4ff7-b967-8dccd2822258" providerId="ADAL" clId="{BF255CD9-9202-4585-9037-244F9B67F007}" dt="2025-04-06T12:26:33.275" v="62" actId="20577"/>
          <ac:spMkLst>
            <pc:docMk/>
            <pc:sldMk cId="2954576355" sldId="275"/>
            <ac:spMk id="2" creationId="{E629F35C-04FF-71C5-140E-7B981F841E1B}"/>
          </ac:spMkLst>
        </pc:spChg>
        <pc:spChg chg="add mod ord">
          <ac:chgData name="Thom Menssink" userId="11dc6b6b-56ec-4ff7-b967-8dccd2822258" providerId="ADAL" clId="{BF255CD9-9202-4585-9037-244F9B67F007}" dt="2025-04-06T12:26:44.945" v="79" actId="20577"/>
          <ac:spMkLst>
            <pc:docMk/>
            <pc:sldMk cId="2954576355" sldId="275"/>
            <ac:spMk id="3" creationId="{FA75D31C-F345-65A7-D29A-F68B8889BE5A}"/>
          </ac:spMkLst>
        </pc:spChg>
      </pc:sldChg>
      <pc:sldChg chg="addSp delSp modSp add mod modClrScheme chgLayout">
        <pc:chgData name="Thom Menssink" userId="11dc6b6b-56ec-4ff7-b967-8dccd2822258" providerId="ADAL" clId="{BF255CD9-9202-4585-9037-244F9B67F007}" dt="2025-04-04T16:24:48.749" v="25" actId="700"/>
        <pc:sldMkLst>
          <pc:docMk/>
          <pc:sldMk cId="146223462" sldId="276"/>
        </pc:sldMkLst>
        <pc:spChg chg="add mod ord">
          <ac:chgData name="Thom Menssink" userId="11dc6b6b-56ec-4ff7-b967-8dccd2822258" providerId="ADAL" clId="{BF255CD9-9202-4585-9037-244F9B67F007}" dt="2025-04-04T16:24:48.749" v="25" actId="700"/>
          <ac:spMkLst>
            <pc:docMk/>
            <pc:sldMk cId="146223462" sldId="276"/>
            <ac:spMk id="2" creationId="{8EB901DD-CD83-B56C-2FFA-FFB1C25253C6}"/>
          </ac:spMkLst>
        </pc:spChg>
        <pc:spChg chg="add mod ord">
          <ac:chgData name="Thom Menssink" userId="11dc6b6b-56ec-4ff7-b967-8dccd2822258" providerId="ADAL" clId="{BF255CD9-9202-4585-9037-244F9B67F007}" dt="2025-04-04T16:24:48.749" v="25" actId="700"/>
          <ac:spMkLst>
            <pc:docMk/>
            <pc:sldMk cId="146223462" sldId="276"/>
            <ac:spMk id="3" creationId="{2C04B697-B2D5-B719-9945-FDE02387CF76}"/>
          </ac:spMkLst>
        </pc:spChg>
      </pc:sldChg>
      <pc:sldChg chg="addSp delSp modSp add mod modClrScheme chgLayout">
        <pc:chgData name="Thom Menssink" userId="11dc6b6b-56ec-4ff7-b967-8dccd2822258" providerId="ADAL" clId="{BF255CD9-9202-4585-9037-244F9B67F007}" dt="2025-04-04T16:24:53.220" v="26" actId="700"/>
        <pc:sldMkLst>
          <pc:docMk/>
          <pc:sldMk cId="3479394722" sldId="277"/>
        </pc:sldMkLst>
        <pc:spChg chg="add mod ord">
          <ac:chgData name="Thom Menssink" userId="11dc6b6b-56ec-4ff7-b967-8dccd2822258" providerId="ADAL" clId="{BF255CD9-9202-4585-9037-244F9B67F007}" dt="2025-04-04T16:24:53.220" v="26" actId="700"/>
          <ac:spMkLst>
            <pc:docMk/>
            <pc:sldMk cId="3479394722" sldId="277"/>
            <ac:spMk id="2" creationId="{8BBD133A-3670-6F79-DAE6-5C689C4F590A}"/>
          </ac:spMkLst>
        </pc:spChg>
        <pc:spChg chg="add mod ord">
          <ac:chgData name="Thom Menssink" userId="11dc6b6b-56ec-4ff7-b967-8dccd2822258" providerId="ADAL" clId="{BF255CD9-9202-4585-9037-244F9B67F007}" dt="2025-04-04T16:24:53.220" v="26" actId="700"/>
          <ac:spMkLst>
            <pc:docMk/>
            <pc:sldMk cId="3479394722" sldId="277"/>
            <ac:spMk id="3" creationId="{72CD94BF-0F2C-CD59-83E7-07C4368916E7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">
            <a:extLst>
              <a:ext uri="{FF2B5EF4-FFF2-40B4-BE49-F238E27FC236}">
                <a16:creationId xmlns:a16="http://schemas.microsoft.com/office/drawing/2014/main" id="{01F1AA80-13AD-AC24-128C-8D9EF7FE2229}"/>
              </a:ext>
            </a:extLst>
          </p:cNvPr>
          <p:cNvSpPr>
            <a:spLocks noChangeAspect="1"/>
          </p:cNvSpPr>
          <p:nvPr userDrawn="1"/>
        </p:nvSpPr>
        <p:spPr>
          <a:xfrm>
            <a:off x="-32825" y="-15558"/>
            <a:ext cx="12306270" cy="6912000"/>
          </a:xfrm>
          <a:custGeom>
            <a:avLst/>
            <a:gdLst/>
            <a:ahLst/>
            <a:cxnLst/>
            <a:rect l="l" t="t" r="r" b="b"/>
            <a:pathLst>
              <a:path w="18587591" h="10440030">
                <a:moveTo>
                  <a:pt x="0" y="0"/>
                </a:moveTo>
                <a:lnTo>
                  <a:pt x="18587590" y="0"/>
                </a:lnTo>
                <a:lnTo>
                  <a:pt x="18587590" y="10440030"/>
                </a:lnTo>
                <a:lnTo>
                  <a:pt x="0" y="10440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E13B9-DA9F-D401-A1A1-41F40C588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Pacaembu Bold" panose="020B0604020202020204" charset="0"/>
                <a:ea typeface="Pacaembu Bold" panose="020B060402020202020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56BD8-CDFA-00A0-94D8-DE9443941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19415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uw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F462FEBA-E470-AC52-8330-551EA7B4222A}"/>
              </a:ext>
            </a:extLst>
          </p:cNvPr>
          <p:cNvSpPr>
            <a:spLocks noChangeAspect="1"/>
          </p:cNvSpPr>
          <p:nvPr userDrawn="1"/>
        </p:nvSpPr>
        <p:spPr>
          <a:xfrm>
            <a:off x="-96143" y="-29024"/>
            <a:ext cx="12312000" cy="6915240"/>
          </a:xfrm>
          <a:custGeom>
            <a:avLst/>
            <a:gdLst/>
            <a:ahLst/>
            <a:cxnLst/>
            <a:rect l="l" t="t" r="r" b="b"/>
            <a:pathLst>
              <a:path w="18585883" h="10439071">
                <a:moveTo>
                  <a:pt x="0" y="0"/>
                </a:moveTo>
                <a:lnTo>
                  <a:pt x="18585883" y="0"/>
                </a:lnTo>
                <a:lnTo>
                  <a:pt x="18585883" y="10439071"/>
                </a:lnTo>
                <a:lnTo>
                  <a:pt x="0" y="104390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16BBF-DCDA-97F1-2F7F-A95D66DB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5200F-06CF-EAE2-B07C-5DFB10F6E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5804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uw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5966C31B-F085-A9E9-D539-C0554D2DEDE8}"/>
              </a:ext>
            </a:extLst>
          </p:cNvPr>
          <p:cNvSpPr>
            <a:spLocks noChangeAspect="1"/>
          </p:cNvSpPr>
          <p:nvPr userDrawn="1"/>
        </p:nvSpPr>
        <p:spPr>
          <a:xfrm>
            <a:off x="-40417" y="-32083"/>
            <a:ext cx="12306231" cy="6912000"/>
          </a:xfrm>
          <a:custGeom>
            <a:avLst/>
            <a:gdLst/>
            <a:ahLst/>
            <a:cxnLst/>
            <a:rect l="l" t="t" r="r" b="b"/>
            <a:pathLst>
              <a:path w="18586645" h="10439499">
                <a:moveTo>
                  <a:pt x="0" y="0"/>
                </a:moveTo>
                <a:lnTo>
                  <a:pt x="18586644" y="0"/>
                </a:lnTo>
                <a:lnTo>
                  <a:pt x="18586644" y="10439498"/>
                </a:lnTo>
                <a:lnTo>
                  <a:pt x="0" y="10439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16BBF-DCDA-97F1-2F7F-A95D66DB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5200F-06CF-EAE2-B07C-5DFB10F6E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74100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i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>
            <a:extLst>
              <a:ext uri="{FF2B5EF4-FFF2-40B4-BE49-F238E27FC236}">
                <a16:creationId xmlns:a16="http://schemas.microsoft.com/office/drawing/2014/main" id="{A118271C-7315-3760-792D-4B226C802E7A}"/>
              </a:ext>
            </a:extLst>
          </p:cNvPr>
          <p:cNvSpPr>
            <a:spLocks noChangeAspect="1"/>
          </p:cNvSpPr>
          <p:nvPr userDrawn="1"/>
        </p:nvSpPr>
        <p:spPr>
          <a:xfrm>
            <a:off x="-29177" y="-4875"/>
            <a:ext cx="12204000" cy="6864750"/>
          </a:xfrm>
          <a:custGeom>
            <a:avLst/>
            <a:gdLst/>
            <a:ahLst/>
            <a:cxnLst/>
            <a:rect l="l" t="t" r="r" b="b"/>
            <a:pathLst>
              <a:path w="18530042" h="10423149">
                <a:moveTo>
                  <a:pt x="0" y="0"/>
                </a:moveTo>
                <a:lnTo>
                  <a:pt x="18530043" y="0"/>
                </a:lnTo>
                <a:lnTo>
                  <a:pt x="18530043" y="10423149"/>
                </a:lnTo>
                <a:lnTo>
                  <a:pt x="0" y="10423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8" r="-148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16BBF-DCDA-97F1-2F7F-A95D66DB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5200F-06CF-EAE2-B07C-5DFB10F6E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81881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i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D4F56BBD-007C-B948-77A1-D6A8ADB90F2E}"/>
              </a:ext>
            </a:extLst>
          </p:cNvPr>
          <p:cNvSpPr>
            <a:spLocks noChangeAspect="1"/>
          </p:cNvSpPr>
          <p:nvPr userDrawn="1"/>
        </p:nvSpPr>
        <p:spPr>
          <a:xfrm>
            <a:off x="-32221" y="-5046"/>
            <a:ext cx="12204000" cy="6864750"/>
          </a:xfrm>
          <a:custGeom>
            <a:avLst/>
            <a:gdLst/>
            <a:ahLst/>
            <a:cxnLst/>
            <a:rect l="l" t="t" r="r" b="b"/>
            <a:pathLst>
              <a:path w="18516211" h="10415369">
                <a:moveTo>
                  <a:pt x="0" y="0"/>
                </a:moveTo>
                <a:lnTo>
                  <a:pt x="18516212" y="0"/>
                </a:lnTo>
                <a:lnTo>
                  <a:pt x="18516212" y="10415368"/>
                </a:lnTo>
                <a:lnTo>
                  <a:pt x="0" y="10415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4" r="-74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16BBF-DCDA-97F1-2F7F-A95D66DB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5200F-06CF-EAE2-B07C-5DFB10F6E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9925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i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>
            <a:extLst>
              <a:ext uri="{FF2B5EF4-FFF2-40B4-BE49-F238E27FC236}">
                <a16:creationId xmlns:a16="http://schemas.microsoft.com/office/drawing/2014/main" id="{06A8B41A-00E9-0D6B-D1A1-E9E7E7B3A8A4}"/>
              </a:ext>
            </a:extLst>
          </p:cNvPr>
          <p:cNvSpPr>
            <a:spLocks noChangeAspect="1"/>
          </p:cNvSpPr>
          <p:nvPr userDrawn="1"/>
        </p:nvSpPr>
        <p:spPr>
          <a:xfrm>
            <a:off x="-34317" y="1761"/>
            <a:ext cx="12276000" cy="6905250"/>
          </a:xfrm>
          <a:custGeom>
            <a:avLst/>
            <a:gdLst/>
            <a:ahLst/>
            <a:cxnLst/>
            <a:rect l="l" t="t" r="r" b="b"/>
            <a:pathLst>
              <a:path w="18533500" h="10425094">
                <a:moveTo>
                  <a:pt x="0" y="0"/>
                </a:moveTo>
                <a:lnTo>
                  <a:pt x="18533501" y="0"/>
                </a:lnTo>
                <a:lnTo>
                  <a:pt x="18533501" y="10425094"/>
                </a:lnTo>
                <a:lnTo>
                  <a:pt x="0" y="104250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8" b="-148"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16BBF-DCDA-97F1-2F7F-A95D66DB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5200F-06CF-EAE2-B07C-5DFB10F6E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510988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F6E5C8-7827-0A55-3A7C-AC6413095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846AE-FF49-D7BD-BA08-5E03DFB89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4177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6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Pacaembu Bold" panose="020B0604020202020204" charset="0"/>
          <a:ea typeface="Pacaembu Bold" panose="020B060402020202020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1DAA6-E195-C147-698A-05DF4663E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29F35C-04FF-71C5-140E-7B981F841E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Welkom </a:t>
            </a:r>
            <a:r>
              <a:rPr lang="nl-NL" dirty="0" err="1"/>
              <a:t>Inpacters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A75D31C-F345-65A7-D29A-F68B8889BE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Kickoff</a:t>
            </a:r>
            <a:r>
              <a:rPr lang="nl-NL"/>
              <a:t> Q2 - 2025</a:t>
            </a:r>
          </a:p>
        </p:txBody>
      </p:sp>
    </p:spTree>
    <p:extLst>
      <p:ext uri="{BB962C8B-B14F-4D97-AF65-F5344CB8AC3E}">
        <p14:creationId xmlns:p14="http://schemas.microsoft.com/office/powerpoint/2010/main" val="2954576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77526EEC-DFFD-A1B5-F724-F917E18C5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1" name="Tijdelijke aanduiding voor inhoud 10">
            <a:extLst>
              <a:ext uri="{FF2B5EF4-FFF2-40B4-BE49-F238E27FC236}">
                <a16:creationId xmlns:a16="http://schemas.microsoft.com/office/drawing/2014/main" id="{CF171F3A-377D-6F03-7641-2240A31AD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69198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349F7-2B26-BE95-4019-8B9E6ED3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AB5A7C-F92F-704D-094B-E569AFC29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542B30B-30E2-78D7-B272-FD34FE6F4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42917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EA2FD-C18A-D86A-F0F6-BA1F7A7B9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AA6148-35B2-8FAE-0518-9E6DC6090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F4B3072-0F66-C58C-9EA4-DABED0244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844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F2B61-60F8-2ED0-EC8E-9214F6C70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B901DD-CD83-B56C-2FFA-FFB1C2525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C04B697-B2D5-B719-9945-FDE02387C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223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189FC-A2A8-B8CE-3D25-1793ABF09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BD133A-3670-6F79-DAE6-5C689C4F5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2CD94BF-0F2C-CD59-83E7-07C436891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9394722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Unlock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Verken – Experimenteer – Versterk</a:t>
            </a:r>
          </a:p>
          <a:p>
            <a:r>
              <a:t>Twee interactieve workshops voor teams van Inpact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Q2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Introductie &amp; doel van de workshops</a:t>
            </a:r>
          </a:p>
          <a:p>
            <a:r>
              <a:t>Workshop 1: Verken &amp; Experimenteer</a:t>
            </a:r>
          </a:p>
          <a:p>
            <a:r>
              <a:t>Huiswerkopdracht</a:t>
            </a:r>
          </a:p>
          <a:p>
            <a:r>
              <a:t>Workshop 2: Versterk &amp; Pas toe</a:t>
            </a:r>
          </a:p>
          <a:p>
            <a:r>
              <a:t>Vervolgstappen en ondersteuning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Doel van de workshops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Teams meenemen in de mogelijkheden van AI in hun dagelijkse werk</a:t>
            </a:r>
          </a:p>
          <a:p>
            <a:r>
              <a:t>• Praktisch aan de slag met AI-tools, passend bij hun eigen context</a:t>
            </a:r>
          </a:p>
          <a:p>
            <a:r>
              <a:t>• Huiswerkopdracht als voorbereiding op toepassen in workshop 2</a:t>
            </a:r>
          </a:p>
          <a:p>
            <a:r>
              <a:t>• Stimuleren van experiment en concrete toepassing van AI op de werkvloer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DA57A26-6AF1-4B33-9F1F-0249E5132304}" vid="{17BFE8BE-CAD7-4712-9A7F-8D7F244BCEC0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PermissionLevels xmlns="9eb1f99d-12c4-49e5-85a4-620e743dc1e5" xsi:nil="true"/>
    <MigrationWizId xmlns="9eb1f99d-12c4-49e5-85a4-620e743dc1e5">3fc0c4e2-1e20-4436-a06d-b93e29281e55</MigrationWizId>
    <MigrationWizIdSecurityGroups xmlns="9eb1f99d-12c4-49e5-85a4-620e743dc1e5" xsi:nil="true"/>
    <MigrationWizIdPermissions xmlns="9eb1f99d-12c4-49e5-85a4-620e743dc1e5" xsi:nil="true"/>
    <MigrationWizIdVersion xmlns="9eb1f99d-12c4-49e5-85a4-620e743dc1e5" xsi:nil="true"/>
    <MigrationWizIdDocumentLibraryPermissions xmlns="9eb1f99d-12c4-49e5-85a4-620e743dc1e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894CF958A0284AB7E1BEB73B771D38" ma:contentTypeVersion="6" ma:contentTypeDescription="Create a new document." ma:contentTypeScope="" ma:versionID="4f08a5755e242a000e588ba0b0106db5">
  <xsd:schema xmlns:xsd="http://www.w3.org/2001/XMLSchema" xmlns:xs="http://www.w3.org/2001/XMLSchema" xmlns:p="http://schemas.microsoft.com/office/2006/metadata/properties" xmlns:ns2="9eb1f99d-12c4-49e5-85a4-620e743dc1e5" targetNamespace="http://schemas.microsoft.com/office/2006/metadata/properties" ma:root="true" ma:fieldsID="5fb85e8ebb78866f3c9fd73990dc9393" ns2:_="">
    <xsd:import namespace="9eb1f99d-12c4-49e5-85a4-620e743dc1e5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MigrationWizIdPermissionLevels" minOccurs="0"/>
                <xsd:element ref="ns2:MigrationWizIdDocumentLibraryPermissions" minOccurs="0"/>
                <xsd:element ref="ns2:MigrationWizIdSecurityGroup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b1f99d-12c4-49e5-85a4-620e743dc1e5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igrationWizIdPermissionLevels" ma:index="11" nillable="true" ma:displayName="MigrationWizIdPermissionLevels" ma:internalName="MigrationWizIdPermissionLevels">
      <xsd:simpleType>
        <xsd:restriction base="dms:Text"/>
      </xsd:simpleType>
    </xsd:element>
    <xsd:element name="MigrationWizIdDocumentLibraryPermissions" ma:index="12" nillable="true" ma:displayName="MigrationWizIdDocumentLibraryPermissions" ma:internalName="MigrationWizIdDocumentLibraryPermissions">
      <xsd:simpleType>
        <xsd:restriction base="dms:Text"/>
      </xsd:simpleType>
    </xsd:element>
    <xsd:element name="MigrationWizIdSecurityGroups" ma:index="13" nillable="true" ma:displayName="MigrationWizIdSecurityGroups" ma:internalName="MigrationWizIdSecurityGroups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650608-831B-4639-A859-A8F354EE3F89}">
  <ds:schemaRefs>
    <ds:schemaRef ds:uri="http://www.w3.org/XML/1998/namespace"/>
    <ds:schemaRef ds:uri="9eb1f99d-12c4-49e5-85a4-620e743dc1e5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C4F428D-D5FF-4B6D-9510-95A7EFE80A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b1f99d-12c4-49e5-85a4-620e743dc1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E831695-AECB-41A4-BFEB-54083BF5BC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Inpact PP Template 2024</Template>
  <TotalTime>0</TotalTime>
  <Words>6</Words>
  <Application>Microsoft Office PowerPoint</Application>
  <PresentationFormat>Breedbeeld</PresentationFormat>
  <Paragraphs>2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10" baseType="lpstr">
      <vt:lpstr>Arial</vt:lpstr>
      <vt:lpstr>Pacaembu Bold</vt:lpstr>
      <vt:lpstr>Poppins</vt:lpstr>
      <vt:lpstr>Main</vt:lpstr>
      <vt:lpstr>Welkom Inpacters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DDi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 M.H.J. Menssink | Inpact</dc:creator>
  <cp:lastModifiedBy>Thom Menssink</cp:lastModifiedBy>
  <cp:revision>2</cp:revision>
  <dcterms:created xsi:type="dcterms:W3CDTF">2024-10-07T08:09:50Z</dcterms:created>
  <dcterms:modified xsi:type="dcterms:W3CDTF">2025-04-06T12:26:45Z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0x010100ED894CF958A0284AB7E1BEB73B771D38</vt:lpwstr>
  </property>
  <property fmtid="{D5CDD505-2E9C-101B-9397-08002B2CF9AE}" pid="3" name="Order">
    <vt:r8>3600</vt:r8>
  </property>
</Properties>
</file>